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14" r:id="rId5"/>
  </p:sldMasterIdLst>
  <p:notesMasterIdLst>
    <p:notesMasterId r:id="rId34"/>
  </p:notesMasterIdLst>
  <p:handoutMasterIdLst>
    <p:handoutMasterId r:id="rId35"/>
  </p:handoutMasterIdLst>
  <p:sldIdLst>
    <p:sldId id="312" r:id="rId6"/>
    <p:sldId id="313" r:id="rId7"/>
    <p:sldId id="346" r:id="rId8"/>
    <p:sldId id="345" r:id="rId9"/>
    <p:sldId id="314" r:id="rId10"/>
    <p:sldId id="344" r:id="rId11"/>
    <p:sldId id="308" r:id="rId12"/>
    <p:sldId id="297" r:id="rId13"/>
    <p:sldId id="347" r:id="rId14"/>
    <p:sldId id="324" r:id="rId15"/>
    <p:sldId id="350" r:id="rId16"/>
    <p:sldId id="351" r:id="rId17"/>
    <p:sldId id="369" r:id="rId18"/>
    <p:sldId id="348" r:id="rId19"/>
    <p:sldId id="364" r:id="rId20"/>
    <p:sldId id="357" r:id="rId21"/>
    <p:sldId id="367" r:id="rId22"/>
    <p:sldId id="366" r:id="rId23"/>
    <p:sldId id="358" r:id="rId24"/>
    <p:sldId id="360" r:id="rId25"/>
    <p:sldId id="361" r:id="rId26"/>
    <p:sldId id="370" r:id="rId27"/>
    <p:sldId id="362" r:id="rId28"/>
    <p:sldId id="363" r:id="rId29"/>
    <p:sldId id="365" r:id="rId30"/>
    <p:sldId id="368" r:id="rId31"/>
    <p:sldId id="343" r:id="rId32"/>
    <p:sldId id="296" r:id="rId3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es" id="{18A2D13F-E782-475E-A5BE-C26362D97502}">
          <p14:sldIdLst>
            <p14:sldId id="312"/>
            <p14:sldId id="313"/>
          </p14:sldIdLst>
        </p14:section>
        <p14:section name="Cerios template-set" id="{A24A5A4D-D47A-4561-9FD3-2B551CA1ADB0}">
          <p14:sldIdLst>
            <p14:sldId id="346"/>
            <p14:sldId id="345"/>
            <p14:sldId id="314"/>
            <p14:sldId id="344"/>
            <p14:sldId id="308"/>
            <p14:sldId id="297"/>
            <p14:sldId id="347"/>
            <p14:sldId id="324"/>
            <p14:sldId id="350"/>
            <p14:sldId id="351"/>
            <p14:sldId id="369"/>
            <p14:sldId id="348"/>
            <p14:sldId id="364"/>
            <p14:sldId id="357"/>
            <p14:sldId id="367"/>
            <p14:sldId id="366"/>
            <p14:sldId id="358"/>
            <p14:sldId id="360"/>
            <p14:sldId id="361"/>
            <p14:sldId id="370"/>
            <p14:sldId id="362"/>
            <p14:sldId id="363"/>
            <p14:sldId id="365"/>
            <p14:sldId id="368"/>
            <p14:sldId id="343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lle de Korte" initials="JdK" lastIdx="1" clrIdx="0">
    <p:extLst>
      <p:ext uri="{19B8F6BF-5375-455C-9EA6-DF929625EA0E}">
        <p15:presenceInfo xmlns:p15="http://schemas.microsoft.com/office/powerpoint/2012/main" userId="Jelle de Korte" providerId="None"/>
      </p:ext>
    </p:extLst>
  </p:cmAuthor>
  <p:cmAuthor id="2" name="Kelsey Luhrman" initials="KL" lastIdx="2" clrIdx="1">
    <p:extLst>
      <p:ext uri="{19B8F6BF-5375-455C-9EA6-DF929625EA0E}">
        <p15:presenceInfo xmlns:p15="http://schemas.microsoft.com/office/powerpoint/2012/main" userId="S::kelsey@pptsolutions.nl::247c6756-96f6-4951-9417-041a4abadbc7" providerId="AD"/>
      </p:ext>
    </p:extLst>
  </p:cmAuthor>
  <p:cmAuthor id="3" name="Silvana Salamur" initials="SS" lastIdx="3" clrIdx="2">
    <p:extLst>
      <p:ext uri="{19B8F6BF-5375-455C-9EA6-DF929625EA0E}">
        <p15:presenceInfo xmlns:p15="http://schemas.microsoft.com/office/powerpoint/2012/main" userId="S::silvana@pptsolutions.nl::3aac54fb-3c7d-4ddc-aed0-f12c2c4488ad" providerId="AD"/>
      </p:ext>
    </p:extLst>
  </p:cmAuthor>
  <p:cmAuthor id="4" name="Eline Schoe" initials="ES" lastIdx="19" clrIdx="3">
    <p:extLst>
      <p:ext uri="{19B8F6BF-5375-455C-9EA6-DF929625EA0E}">
        <p15:presenceInfo xmlns:p15="http://schemas.microsoft.com/office/powerpoint/2012/main" userId="S::eline@pptstudios.nl::7e4c73be-f3d4-44a9-856c-7951ddeb280c" providerId="AD"/>
      </p:ext>
    </p:extLst>
  </p:cmAuthor>
  <p:cmAuthor id="5" name="Martyna Dziarnowska" initials="MD" lastIdx="8" clrIdx="4">
    <p:extLst>
      <p:ext uri="{19B8F6BF-5375-455C-9EA6-DF929625EA0E}">
        <p15:presenceInfo xmlns:p15="http://schemas.microsoft.com/office/powerpoint/2012/main" userId="S::martyna@pptsolutions.nl::86dfe841-816e-4f6c-a274-8b345ffb85d3" providerId="AD"/>
      </p:ext>
    </p:extLst>
  </p:cmAuthor>
  <p:cmAuthor id="6" name="Victor Hurks" initials="VH" lastIdx="6" clrIdx="5">
    <p:extLst>
      <p:ext uri="{19B8F6BF-5375-455C-9EA6-DF929625EA0E}">
        <p15:presenceInfo xmlns:p15="http://schemas.microsoft.com/office/powerpoint/2012/main" userId="S::victor@pptsolutions.nl::e167889c-9689-4d68-9f16-74eb60f289f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0001"/>
    <a:srgbClr val="8ACEAF"/>
    <a:srgbClr val="FFFFFF"/>
    <a:srgbClr val="F4F5F7"/>
    <a:srgbClr val="212B46"/>
    <a:srgbClr val="273353"/>
    <a:srgbClr val="84C5A7"/>
    <a:srgbClr val="4D4D4D"/>
    <a:srgbClr val="F0F0F0"/>
    <a:srgbClr val="ACC8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E7884E-A0F5-CE1B-44A0-5527846B34FA}" v="102" dt="2026-03-04T17:15:14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47"/>
    <p:restoredTop sz="94653"/>
  </p:normalViewPr>
  <p:slideViewPr>
    <p:cSldViewPr snapToGrid="0">
      <p:cViewPr varScale="1">
        <p:scale>
          <a:sx n="146" d="100"/>
          <a:sy n="146" d="100"/>
        </p:scale>
        <p:origin x="75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ël Lankheet" userId="S::daniel.lankheet@cerios.com::749a06aa-5138-4f3e-8492-599c15d8cca0" providerId="AD" clId="Web-{2805E52A-D849-FA96-912A-E31199B6BA6D}"/>
    <pc:docChg chg="addSld modSld modSection">
      <pc:chgData name="Daniël Lankheet" userId="S::daniel.lankheet@cerios.com::749a06aa-5138-4f3e-8492-599c15d8cca0" providerId="AD" clId="Web-{2805E52A-D849-FA96-912A-E31199B6BA6D}" dt="2026-02-05T14:56:45.582" v="84" actId="1076"/>
      <pc:docMkLst>
        <pc:docMk/>
      </pc:docMkLst>
      <pc:sldChg chg="modSp">
        <pc:chgData name="Daniël Lankheet" userId="S::daniel.lankheet@cerios.com::749a06aa-5138-4f3e-8492-599c15d8cca0" providerId="AD" clId="Web-{2805E52A-D849-FA96-912A-E31199B6BA6D}" dt="2026-02-05T14:13:13.930" v="0" actId="20577"/>
        <pc:sldMkLst>
          <pc:docMk/>
          <pc:sldMk cId="3675815319" sldId="344"/>
        </pc:sldMkLst>
        <pc:spChg chg="mod">
          <ac:chgData name="Daniël Lankheet" userId="S::daniel.lankheet@cerios.com::749a06aa-5138-4f3e-8492-599c15d8cca0" providerId="AD" clId="Web-{2805E52A-D849-FA96-912A-E31199B6BA6D}" dt="2026-02-05T14:13:13.930" v="0" actId="20577"/>
          <ac:spMkLst>
            <pc:docMk/>
            <pc:sldMk cId="3675815319" sldId="344"/>
            <ac:spMk id="33" creationId="{DC0BD610-49E2-B5E9-ADF1-FB054CA972CF}"/>
          </ac:spMkLst>
        </pc:spChg>
      </pc:sldChg>
      <pc:sldChg chg="modSp">
        <pc:chgData name="Daniël Lankheet" userId="S::daniel.lankheet@cerios.com::749a06aa-5138-4f3e-8492-599c15d8cca0" providerId="AD" clId="Web-{2805E52A-D849-FA96-912A-E31199B6BA6D}" dt="2026-02-05T14:14:26.120" v="1" actId="20577"/>
        <pc:sldMkLst>
          <pc:docMk/>
          <pc:sldMk cId="3944475408" sldId="348"/>
        </pc:sldMkLst>
        <pc:spChg chg="mod">
          <ac:chgData name="Daniël Lankheet" userId="S::daniel.lankheet@cerios.com::749a06aa-5138-4f3e-8492-599c15d8cca0" providerId="AD" clId="Web-{2805E52A-D849-FA96-912A-E31199B6BA6D}" dt="2026-02-05T14:14:26.120" v="1" actId="20577"/>
          <ac:spMkLst>
            <pc:docMk/>
            <pc:sldMk cId="3944475408" sldId="348"/>
            <ac:spMk id="4" creationId="{5C3ABF29-2FBB-8946-FF24-CB06F6314C95}"/>
          </ac:spMkLst>
        </pc:spChg>
      </pc:sldChg>
      <pc:sldChg chg="addSp delSp modSp new mod modClrScheme chgLayout">
        <pc:chgData name="Daniël Lankheet" userId="S::daniel.lankheet@cerios.com::749a06aa-5138-4f3e-8492-599c15d8cca0" providerId="AD" clId="Web-{2805E52A-D849-FA96-912A-E31199B6BA6D}" dt="2026-02-05T14:56:45.582" v="84" actId="1076"/>
        <pc:sldMkLst>
          <pc:docMk/>
          <pc:sldMk cId="2606801736" sldId="369"/>
        </pc:sldMkLst>
        <pc:spChg chg="mod ord">
          <ac:chgData name="Daniël Lankheet" userId="S::daniel.lankheet@cerios.com::749a06aa-5138-4f3e-8492-599c15d8cca0" providerId="AD" clId="Web-{2805E52A-D849-FA96-912A-E31199B6BA6D}" dt="2026-02-05T14:56:29.301" v="80"/>
          <ac:spMkLst>
            <pc:docMk/>
            <pc:sldMk cId="2606801736" sldId="369"/>
            <ac:spMk id="2" creationId="{39ACE640-91F6-295F-CFC6-D3F251E656D7}"/>
          </ac:spMkLst>
        </pc:spChg>
        <pc:spChg chg="mod ord">
          <ac:chgData name="Daniël Lankheet" userId="S::daniel.lankheet@cerios.com::749a06aa-5138-4f3e-8492-599c15d8cca0" providerId="AD" clId="Web-{2805E52A-D849-FA96-912A-E31199B6BA6D}" dt="2026-02-05T14:56:45.582" v="84" actId="1076"/>
          <ac:spMkLst>
            <pc:docMk/>
            <pc:sldMk cId="2606801736" sldId="369"/>
            <ac:spMk id="3" creationId="{0040CE63-95EC-0849-5BFA-AA22DF61FC83}"/>
          </ac:spMkLst>
        </pc:spChg>
        <pc:spChg chg="mod ord">
          <ac:chgData name="Daniël Lankheet" userId="S::daniel.lankheet@cerios.com::749a06aa-5138-4f3e-8492-599c15d8cca0" providerId="AD" clId="Web-{2805E52A-D849-FA96-912A-E31199B6BA6D}" dt="2026-02-05T14:56:29.301" v="80"/>
          <ac:spMkLst>
            <pc:docMk/>
            <pc:sldMk cId="2606801736" sldId="369"/>
            <ac:spMk id="4" creationId="{4D16F5BF-4AC0-560B-86DC-1D7533E4426D}"/>
          </ac:spMkLst>
        </pc:spChg>
        <pc:spChg chg="mod ord">
          <ac:chgData name="Daniël Lankheet" userId="S::daniel.lankheet@cerios.com::749a06aa-5138-4f3e-8492-599c15d8cca0" providerId="AD" clId="Web-{2805E52A-D849-FA96-912A-E31199B6BA6D}" dt="2026-02-05T14:56:29.301" v="80"/>
          <ac:spMkLst>
            <pc:docMk/>
            <pc:sldMk cId="2606801736" sldId="369"/>
            <ac:spMk id="5" creationId="{E49AF9A5-0C7D-78D5-D330-CA0D8CD83C49}"/>
          </ac:spMkLst>
        </pc:spChg>
        <pc:spChg chg="mod ord">
          <ac:chgData name="Daniël Lankheet" userId="S::daniel.lankheet@cerios.com::749a06aa-5138-4f3e-8492-599c15d8cca0" providerId="AD" clId="Web-{2805E52A-D849-FA96-912A-E31199B6BA6D}" dt="2026-02-05T14:56:29.301" v="80"/>
          <ac:spMkLst>
            <pc:docMk/>
            <pc:sldMk cId="2606801736" sldId="369"/>
            <ac:spMk id="6" creationId="{02821316-19D8-A194-4836-E58005B35D96}"/>
          </ac:spMkLst>
        </pc:spChg>
      </pc:sldChg>
    </pc:docChg>
  </pc:docChgLst>
  <pc:docChgLst>
    <pc:chgData name="Daniël Lankheet" userId="S::daniel.lankheet@cerios.com::749a06aa-5138-4f3e-8492-599c15d8cca0" providerId="AD" clId="Web-{6DE7884E-A0F5-CE1B-44A0-5527846B34FA}"/>
    <pc:docChg chg="modSld">
      <pc:chgData name="Daniël Lankheet" userId="S::daniel.lankheet@cerios.com::749a06aa-5138-4f3e-8492-599c15d8cca0" providerId="AD" clId="Web-{6DE7884E-A0F5-CE1B-44A0-5527846B34FA}" dt="2026-03-04T17:15:14.098" v="99" actId="1076"/>
      <pc:docMkLst>
        <pc:docMk/>
      </pc:docMkLst>
      <pc:sldChg chg="modSp">
        <pc:chgData name="Daniël Lankheet" userId="S::daniel.lankheet@cerios.com::749a06aa-5138-4f3e-8492-599c15d8cca0" providerId="AD" clId="Web-{6DE7884E-A0F5-CE1B-44A0-5527846B34FA}" dt="2026-03-04T17:00:33.565" v="0" actId="20577"/>
        <pc:sldMkLst>
          <pc:docMk/>
          <pc:sldMk cId="3672221453" sldId="308"/>
        </pc:sldMkLst>
        <pc:spChg chg="mod">
          <ac:chgData name="Daniël Lankheet" userId="S::daniel.lankheet@cerios.com::749a06aa-5138-4f3e-8492-599c15d8cca0" providerId="AD" clId="Web-{6DE7884E-A0F5-CE1B-44A0-5527846B34FA}" dt="2026-03-04T17:00:33.565" v="0" actId="20577"/>
          <ac:spMkLst>
            <pc:docMk/>
            <pc:sldMk cId="3672221453" sldId="308"/>
            <ac:spMk id="9" creationId="{D7584F3E-216F-8BF6-E15D-97E2579DDAA3}"/>
          </ac:spMkLst>
        </pc:spChg>
      </pc:sldChg>
      <pc:sldChg chg="modSp">
        <pc:chgData name="Daniël Lankheet" userId="S::daniel.lankheet@cerios.com::749a06aa-5138-4f3e-8492-599c15d8cca0" providerId="AD" clId="Web-{6DE7884E-A0F5-CE1B-44A0-5527846B34FA}" dt="2026-03-04T17:10:47.796" v="59" actId="20577"/>
        <pc:sldMkLst>
          <pc:docMk/>
          <pc:sldMk cId="1869330438" sldId="314"/>
        </pc:sldMkLst>
        <pc:spChg chg="mod">
          <ac:chgData name="Daniël Lankheet" userId="S::daniel.lankheet@cerios.com::749a06aa-5138-4f3e-8492-599c15d8cca0" providerId="AD" clId="Web-{6DE7884E-A0F5-CE1B-44A0-5527846B34FA}" dt="2026-03-04T17:10:47.796" v="59" actId="20577"/>
          <ac:spMkLst>
            <pc:docMk/>
            <pc:sldMk cId="1869330438" sldId="314"/>
            <ac:spMk id="12" creationId="{3A2DD015-3C49-D2BE-AB8C-41B1C9F64A39}"/>
          </ac:spMkLst>
        </pc:spChg>
      </pc:sldChg>
      <pc:sldChg chg="modSp">
        <pc:chgData name="Daniël Lankheet" userId="S::daniel.lankheet@cerios.com::749a06aa-5138-4f3e-8492-599c15d8cca0" providerId="AD" clId="Web-{6DE7884E-A0F5-CE1B-44A0-5527846B34FA}" dt="2026-03-04T17:02:07.306" v="3" actId="20577"/>
        <pc:sldMkLst>
          <pc:docMk/>
          <pc:sldMk cId="2253823529" sldId="351"/>
        </pc:sldMkLst>
        <pc:spChg chg="mod">
          <ac:chgData name="Daniël Lankheet" userId="S::daniel.lankheet@cerios.com::749a06aa-5138-4f3e-8492-599c15d8cca0" providerId="AD" clId="Web-{6DE7884E-A0F5-CE1B-44A0-5527846B34FA}" dt="2026-03-04T17:02:07.306" v="3" actId="20577"/>
          <ac:spMkLst>
            <pc:docMk/>
            <pc:sldMk cId="2253823529" sldId="351"/>
            <ac:spMk id="6" creationId="{21EDBD2E-BFD5-8FE0-2136-0131C925015D}"/>
          </ac:spMkLst>
        </pc:spChg>
      </pc:sldChg>
      <pc:sldChg chg="modSp">
        <pc:chgData name="Daniël Lankheet" userId="S::daniel.lankheet@cerios.com::749a06aa-5138-4f3e-8492-599c15d8cca0" providerId="AD" clId="Web-{6DE7884E-A0F5-CE1B-44A0-5527846B34FA}" dt="2026-03-04T17:12:17.751" v="85" actId="20577"/>
        <pc:sldMkLst>
          <pc:docMk/>
          <pc:sldMk cId="464470521" sldId="357"/>
        </pc:sldMkLst>
        <pc:spChg chg="mod">
          <ac:chgData name="Daniël Lankheet" userId="S::daniel.lankheet@cerios.com::749a06aa-5138-4f3e-8492-599c15d8cca0" providerId="AD" clId="Web-{6DE7884E-A0F5-CE1B-44A0-5527846B34FA}" dt="2026-03-04T17:12:17.751" v="85" actId="20577"/>
          <ac:spMkLst>
            <pc:docMk/>
            <pc:sldMk cId="464470521" sldId="357"/>
            <ac:spMk id="6" creationId="{09FDA0C0-1812-297D-3260-DB982F1E4A26}"/>
          </ac:spMkLst>
        </pc:spChg>
      </pc:sldChg>
      <pc:sldChg chg="addSp delSp modSp">
        <pc:chgData name="Daniël Lankheet" userId="S::daniel.lankheet@cerios.com::749a06aa-5138-4f3e-8492-599c15d8cca0" providerId="AD" clId="Web-{6DE7884E-A0F5-CE1B-44A0-5527846B34FA}" dt="2026-03-04T17:15:14.098" v="99" actId="1076"/>
        <pc:sldMkLst>
          <pc:docMk/>
          <pc:sldMk cId="2351736717" sldId="358"/>
        </pc:sldMkLst>
        <pc:spChg chg="mod">
          <ac:chgData name="Daniël Lankheet" userId="S::daniel.lankheet@cerios.com::749a06aa-5138-4f3e-8492-599c15d8cca0" providerId="AD" clId="Web-{6DE7884E-A0F5-CE1B-44A0-5527846B34FA}" dt="2026-03-04T17:14:40.863" v="91" actId="20577"/>
          <ac:spMkLst>
            <pc:docMk/>
            <pc:sldMk cId="2351736717" sldId="358"/>
            <ac:spMk id="6" creationId="{99BD89A8-67E9-31E4-0766-567C5FFD732D}"/>
          </ac:spMkLst>
        </pc:spChg>
        <pc:picChg chg="add del mod">
          <ac:chgData name="Daniël Lankheet" userId="S::daniel.lankheet@cerios.com::749a06aa-5138-4f3e-8492-599c15d8cca0" providerId="AD" clId="Web-{6DE7884E-A0F5-CE1B-44A0-5527846B34FA}" dt="2026-03-04T17:14:43.597" v="93"/>
          <ac:picMkLst>
            <pc:docMk/>
            <pc:sldMk cId="2351736717" sldId="358"/>
            <ac:picMk id="2" creationId="{3F23D70F-E41C-8A37-7B71-329D1FB7429B}"/>
          </ac:picMkLst>
        </pc:picChg>
        <pc:picChg chg="add mod">
          <ac:chgData name="Daniël Lankheet" userId="S::daniel.lankheet@cerios.com::749a06aa-5138-4f3e-8492-599c15d8cca0" providerId="AD" clId="Web-{6DE7884E-A0F5-CE1B-44A0-5527846B34FA}" dt="2026-03-04T17:15:14.098" v="99" actId="1076"/>
          <ac:picMkLst>
            <pc:docMk/>
            <pc:sldMk cId="2351736717" sldId="358"/>
            <ac:picMk id="3" creationId="{3CE7E51F-4EDF-5E1B-13D1-DD1B01B677F9}"/>
          </ac:picMkLst>
        </pc:picChg>
        <pc:picChg chg="del">
          <ac:chgData name="Daniël Lankheet" userId="S::daniel.lankheet@cerios.com::749a06aa-5138-4f3e-8492-599c15d8cca0" providerId="AD" clId="Web-{6DE7884E-A0F5-CE1B-44A0-5527846B34FA}" dt="2026-03-04T17:14:45.707" v="94"/>
          <ac:picMkLst>
            <pc:docMk/>
            <pc:sldMk cId="2351736717" sldId="358"/>
            <ac:picMk id="9" creationId="{359E7444-35EC-DFC9-0B1D-3955CA5FA4F4}"/>
          </ac:picMkLst>
        </pc:picChg>
      </pc:sldChg>
      <pc:sldChg chg="modSp">
        <pc:chgData name="Daniël Lankheet" userId="S::daniel.lankheet@cerios.com::749a06aa-5138-4f3e-8492-599c15d8cca0" providerId="AD" clId="Web-{6DE7884E-A0F5-CE1B-44A0-5527846B34FA}" dt="2026-03-04T17:11:50.813" v="69" actId="20577"/>
        <pc:sldMkLst>
          <pc:docMk/>
          <pc:sldMk cId="4045016967" sldId="361"/>
        </pc:sldMkLst>
        <pc:spChg chg="mod">
          <ac:chgData name="Daniël Lankheet" userId="S::daniel.lankheet@cerios.com::749a06aa-5138-4f3e-8492-599c15d8cca0" providerId="AD" clId="Web-{6DE7884E-A0F5-CE1B-44A0-5527846B34FA}" dt="2026-03-04T17:11:50.813" v="69" actId="20577"/>
          <ac:spMkLst>
            <pc:docMk/>
            <pc:sldMk cId="4045016967" sldId="361"/>
            <ac:spMk id="6" creationId="{D8D985CE-C444-2629-2EF4-7BA7D06D2AC9}"/>
          </ac:spMkLst>
        </pc:spChg>
      </pc:sldChg>
      <pc:sldChg chg="modSp">
        <pc:chgData name="Daniël Lankheet" userId="S::daniel.lankheet@cerios.com::749a06aa-5138-4f3e-8492-599c15d8cca0" providerId="AD" clId="Web-{6DE7884E-A0F5-CE1B-44A0-5527846B34FA}" dt="2026-03-04T17:10:05.061" v="56" actId="20577"/>
        <pc:sldMkLst>
          <pc:docMk/>
          <pc:sldMk cId="1353983461" sldId="362"/>
        </pc:sldMkLst>
        <pc:spChg chg="mod">
          <ac:chgData name="Daniël Lankheet" userId="S::daniel.lankheet@cerios.com::749a06aa-5138-4f3e-8492-599c15d8cca0" providerId="AD" clId="Web-{6DE7884E-A0F5-CE1B-44A0-5527846B34FA}" dt="2026-03-04T17:10:05.061" v="56" actId="20577"/>
          <ac:spMkLst>
            <pc:docMk/>
            <pc:sldMk cId="1353983461" sldId="362"/>
            <ac:spMk id="6" creationId="{1469F666-E916-8AB2-62E9-B12E5AF17B60}"/>
          </ac:spMkLst>
        </pc:spChg>
        <pc:spChg chg="mod">
          <ac:chgData name="Daniël Lankheet" userId="S::daniel.lankheet@cerios.com::749a06aa-5138-4f3e-8492-599c15d8cca0" providerId="AD" clId="Web-{6DE7884E-A0F5-CE1B-44A0-5527846B34FA}" dt="2026-03-04T17:09:57.264" v="48" actId="20577"/>
          <ac:spMkLst>
            <pc:docMk/>
            <pc:sldMk cId="1353983461" sldId="362"/>
            <ac:spMk id="8" creationId="{0E13D1F6-8D31-9988-4ED6-CDF52A59B79F}"/>
          </ac:spMkLst>
        </pc:spChg>
      </pc:sldChg>
      <pc:sldChg chg="addSp modSp">
        <pc:chgData name="Daniël Lankheet" userId="S::daniel.lankheet@cerios.com::749a06aa-5138-4f3e-8492-599c15d8cca0" providerId="AD" clId="Web-{6DE7884E-A0F5-CE1B-44A0-5527846B34FA}" dt="2026-03-04T17:08:55.450" v="43" actId="20577"/>
        <pc:sldMkLst>
          <pc:docMk/>
          <pc:sldMk cId="653786820" sldId="370"/>
        </pc:sldMkLst>
        <pc:spChg chg="mod">
          <ac:chgData name="Daniël Lankheet" userId="S::daniel.lankheet@cerios.com::749a06aa-5138-4f3e-8492-599c15d8cca0" providerId="AD" clId="Web-{6DE7884E-A0F5-CE1B-44A0-5527846B34FA}" dt="2026-03-04T17:08:55.450" v="43" actId="20577"/>
          <ac:spMkLst>
            <pc:docMk/>
            <pc:sldMk cId="653786820" sldId="370"/>
            <ac:spMk id="4" creationId="{C665F9BA-6BFD-9743-83E0-EC182F1F6369}"/>
          </ac:spMkLst>
        </pc:spChg>
        <pc:picChg chg="add mod">
          <ac:chgData name="Daniël Lankheet" userId="S::daniel.lankheet@cerios.com::749a06aa-5138-4f3e-8492-599c15d8cca0" providerId="AD" clId="Web-{6DE7884E-A0F5-CE1B-44A0-5527846B34FA}" dt="2026-03-04T17:08:06.511" v="24" actId="1076"/>
          <ac:picMkLst>
            <pc:docMk/>
            <pc:sldMk cId="653786820" sldId="370"/>
            <ac:picMk id="7" creationId="{AF0A3C6A-3B63-A8A8-B029-2A4F77CA825B}"/>
          </ac:picMkLst>
        </pc:picChg>
      </pc:sldChg>
    </pc:docChg>
  </pc:docChgLst>
  <pc:docChgLst>
    <pc:chgData name="Daniël Lankheet" userId="749a06aa-5138-4f3e-8492-599c15d8cca0" providerId="ADAL" clId="{1B92B8AB-662D-512A-B2D9-2B6CDA5C93FF}"/>
    <pc:docChg chg="undo custSel addSld modSld modSection">
      <pc:chgData name="Daniël Lankheet" userId="749a06aa-5138-4f3e-8492-599c15d8cca0" providerId="ADAL" clId="{1B92B8AB-662D-512A-B2D9-2B6CDA5C93FF}" dt="2026-02-05T16:05:28.046" v="405" actId="20577"/>
      <pc:docMkLst>
        <pc:docMk/>
      </pc:docMkLst>
      <pc:sldChg chg="addSp modSp mod">
        <pc:chgData name="Daniël Lankheet" userId="749a06aa-5138-4f3e-8492-599c15d8cca0" providerId="ADAL" clId="{1B92B8AB-662D-512A-B2D9-2B6CDA5C93FF}" dt="2026-02-05T15:19:29.965" v="392" actId="20577"/>
        <pc:sldMkLst>
          <pc:docMk/>
          <pc:sldMk cId="2606801736" sldId="369"/>
        </pc:sldMkLst>
        <pc:spChg chg="mod">
          <ac:chgData name="Daniël Lankheet" userId="749a06aa-5138-4f3e-8492-599c15d8cca0" providerId="ADAL" clId="{1B92B8AB-662D-512A-B2D9-2B6CDA5C93FF}" dt="2026-02-05T15:09:52.719" v="242" actId="20577"/>
          <ac:spMkLst>
            <pc:docMk/>
            <pc:sldMk cId="2606801736" sldId="369"/>
            <ac:spMk id="2" creationId="{39ACE640-91F6-295F-CFC6-D3F251E656D7}"/>
          </ac:spMkLst>
        </pc:spChg>
        <pc:spChg chg="mod">
          <ac:chgData name="Daniël Lankheet" userId="749a06aa-5138-4f3e-8492-599c15d8cca0" providerId="ADAL" clId="{1B92B8AB-662D-512A-B2D9-2B6CDA5C93FF}" dt="2026-02-05T15:19:29.965" v="392" actId="20577"/>
          <ac:spMkLst>
            <pc:docMk/>
            <pc:sldMk cId="2606801736" sldId="369"/>
            <ac:spMk id="3" creationId="{0040CE63-95EC-0849-5BFA-AA22DF61FC83}"/>
          </ac:spMkLst>
        </pc:spChg>
        <pc:spChg chg="add mod">
          <ac:chgData name="Daniël Lankheet" userId="749a06aa-5138-4f3e-8492-599c15d8cca0" providerId="ADAL" clId="{1B92B8AB-662D-512A-B2D9-2B6CDA5C93FF}" dt="2026-02-05T15:18:52.317" v="347" actId="5793"/>
          <ac:spMkLst>
            <pc:docMk/>
            <pc:sldMk cId="2606801736" sldId="369"/>
            <ac:spMk id="7" creationId="{2DF84236-6E59-3B1D-3E82-FADD2C7C0662}"/>
          </ac:spMkLst>
        </pc:spChg>
        <pc:spChg chg="add mod">
          <ac:chgData name="Daniël Lankheet" userId="749a06aa-5138-4f3e-8492-599c15d8cca0" providerId="ADAL" clId="{1B92B8AB-662D-512A-B2D9-2B6CDA5C93FF}" dt="2026-02-05T14:58:38.962" v="47" actId="207"/>
          <ac:spMkLst>
            <pc:docMk/>
            <pc:sldMk cId="2606801736" sldId="369"/>
            <ac:spMk id="9" creationId="{BBD53D6D-CD3A-C018-81EE-E43AE88F8739}"/>
          </ac:spMkLst>
        </pc:spChg>
        <pc:spChg chg="add mod">
          <ac:chgData name="Daniël Lankheet" userId="749a06aa-5138-4f3e-8492-599c15d8cca0" providerId="ADAL" clId="{1B92B8AB-662D-512A-B2D9-2B6CDA5C93FF}" dt="2026-02-05T15:09:30.654" v="227" actId="20577"/>
          <ac:spMkLst>
            <pc:docMk/>
            <pc:sldMk cId="2606801736" sldId="369"/>
            <ac:spMk id="10" creationId="{D0303041-948A-13FC-0FD8-1689CF0D4730}"/>
          </ac:spMkLst>
        </pc:spChg>
      </pc:sldChg>
      <pc:sldChg chg="modSp new mod">
        <pc:chgData name="Daniël Lankheet" userId="749a06aa-5138-4f3e-8492-599c15d8cca0" providerId="ADAL" clId="{1B92B8AB-662D-512A-B2D9-2B6CDA5C93FF}" dt="2026-02-05T16:05:28.046" v="405" actId="20577"/>
        <pc:sldMkLst>
          <pc:docMk/>
          <pc:sldMk cId="653786820" sldId="370"/>
        </pc:sldMkLst>
        <pc:spChg chg="mod">
          <ac:chgData name="Daniël Lankheet" userId="749a06aa-5138-4f3e-8492-599c15d8cca0" providerId="ADAL" clId="{1B92B8AB-662D-512A-B2D9-2B6CDA5C93FF}" dt="2026-02-05T16:05:28.046" v="405" actId="20577"/>
          <ac:spMkLst>
            <pc:docMk/>
            <pc:sldMk cId="653786820" sldId="370"/>
            <ac:spMk id="2" creationId="{55137A41-DD45-B531-072A-0BFACAB682B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3B44D9DC-BFDE-70DB-37D2-5120EDE7C9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BC32AC8-ADEA-5A24-D08F-B9E583A640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D8170-AF3A-49D5-80D5-9AA599CA2B5A}" type="datetimeFigureOut">
              <a:rPr lang="nl-NL" smtClean="0"/>
              <a:t>4-3-2026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5ACE027-8153-01D4-6B6E-5EA19C4B0A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DF9D566-75C9-E730-A0C7-1E8C58EE84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C578E-C328-47E2-9A85-9D93F4DE8D5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41695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90A07-196B-4F4B-8E8C-301FB387CBE5}" type="datetimeFigureOut">
              <a:rPr lang="nl-NL" smtClean="0"/>
              <a:t>4-3-2026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176B4-2F3E-4542-A88B-B482618D0CA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779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1149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40610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9357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0992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93F5D-C3E8-DA46-4539-83A7739FE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A21AC79-B99E-353F-77C2-689DFD783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2006403-59ED-9ED0-A2F9-F18DA49BB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29A8694-EF93-1893-6517-71BCC0C0E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1385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1BCA9-31F0-09F9-1717-00E2CAB5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2925DBD-558D-EA60-C130-FD0273880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233EB0E-8DEE-BDB9-EB2E-194A7AF9F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E2152BF-41A3-1400-94F7-C45317A85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1345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421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66B20-2FBF-4768-B011-CEB2D0D9D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A2F4D12-2B63-E0BB-FECC-B1DFE4C92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69C4B34-3D30-3CAA-7901-44443A46B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1AE5D8C-7D57-6B86-70D7-76AE0AF18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4206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EABF9-93E1-C4E6-19FB-F437FC5E9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02E00F9-0BC5-D6EE-BD3B-799C7B005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8834E44-0DAE-D553-2E04-3822482DE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6D909D-625A-5705-9DBF-C118B3276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736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35397-1C80-94B6-A27D-F7693C199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ECC28F5-7F12-E24F-BFFF-CF303562E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E0396AD-C554-EC45-3AC7-5ACBD4C37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54A4A9F-6BD4-8688-BCFD-2CEA7A702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7759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328B7-ADB8-866E-3435-A6DB8C702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AF796A9-9599-AA09-6B3F-A570F732F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E0DC089-94FF-6C76-91FE-883929CBE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4CF0533-2741-7CA8-45C8-7D97C6B98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3625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11C61-3E8B-AF97-B10F-11D60A2B2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6793BF3-D3B2-C5A3-20F1-7668E1ABA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E7F8141-3523-8E12-E66C-D0FFD11C5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C20FAED-AB4F-11B7-C46A-62A865265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48803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A5BD1-DCF0-1BDB-9A2E-6DBBDC545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2C0A994-112F-CF57-00A4-2F4BADB3C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450771A-BD15-7A58-1EC7-BF96FD4F2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E2543FB-C3E6-C13F-BC38-70B2ADC14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71589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7F2BF-0B50-C848-15B3-9B7F03477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8716328-639D-823E-93C5-C6AE7CBD1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CE15DD4-FF13-E62A-2F91-E671C5E49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28298CD-6C4C-4D58-647B-070BC439B4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7438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25E47-3FFC-077B-5577-C29C0F574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A403A18-44C1-0942-B38C-3D35A66E2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B1A0C6F-5E8D-BF6C-CB1C-4CDFFDF8B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FB0A418-4C33-D64F-F504-442FF845C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23083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93758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1478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microsoft.com/office/2007/relationships/hdphoto" Target="../media/hdphoto1.wdp"/><Relationship Id="rId3" Type="http://schemas.openxmlformats.org/officeDocument/2006/relationships/image" Target="../media/image7.svg"/><Relationship Id="rId7" Type="http://schemas.openxmlformats.org/officeDocument/2006/relationships/image" Target="../media/image14.svg"/><Relationship Id="rId12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unity.pptsolutions.nl/resources/powerpoint-kennisbank/template-instructies/werken-met-tekstlevels" TargetMode="External"/><Relationship Id="rId13" Type="http://schemas.openxmlformats.org/officeDocument/2006/relationships/hyperlink" Target="https://community.pptsolutions.nl/" TargetMode="External"/><Relationship Id="rId3" Type="http://schemas.openxmlformats.org/officeDocument/2006/relationships/hyperlink" Target="https://youtube.com/t1mKSiMRSxE" TargetMode="External"/><Relationship Id="rId7" Type="http://schemas.openxmlformats.org/officeDocument/2006/relationships/hyperlink" Target="https://youtube.com/0S5JXp8v6iM" TargetMode="External"/><Relationship Id="rId12" Type="http://schemas.openxmlformats.org/officeDocument/2006/relationships/hyperlink" Target="https://community.pptsolutions.nl/resources/powerpoint-kennisbank/template-instructies/werken-met-videos" TargetMode="External"/><Relationship Id="rId2" Type="http://schemas.openxmlformats.org/officeDocument/2006/relationships/hyperlink" Target="https://youtube.com/oNGTAj4ajJ4" TargetMode="External"/><Relationship Id="rId1" Type="http://schemas.openxmlformats.org/officeDocument/2006/relationships/slideMaster" Target="../slideMasters/slideMaster2.xml"/><Relationship Id="rId6" Type="http://schemas.openxmlformats.org/officeDocument/2006/relationships/hyperlink" Target="http://www.pptsolutions.eu/" TargetMode="External"/><Relationship Id="rId11" Type="http://schemas.openxmlformats.org/officeDocument/2006/relationships/hyperlink" Target="https://community.pptsolutions.nl/resources/powerpoint-kennisbank/template-instructies/werken-met-tabellen" TargetMode="External"/><Relationship Id="rId5" Type="http://schemas.openxmlformats.org/officeDocument/2006/relationships/hyperlink" Target="https://youtube.com/u-AgyEON7cU" TargetMode="External"/><Relationship Id="rId10" Type="http://schemas.openxmlformats.org/officeDocument/2006/relationships/hyperlink" Target="https://community.pptsolutions.nl/resources/powerpoint-kennisbank/template-instructies/werken-met-grafieken" TargetMode="External"/><Relationship Id="rId4" Type="http://schemas.openxmlformats.org/officeDocument/2006/relationships/hyperlink" Target="https://youtube.com/o9RYr_eAR" TargetMode="External"/><Relationship Id="rId9" Type="http://schemas.openxmlformats.org/officeDocument/2006/relationships/hyperlink" Target="https://community.pptsolutions.nl/resources/powerpoint-kennisbank/template-instructies/werken-met-afbeeldingen" TargetMode="Externa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chtscherm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DACAE067-18B4-C261-2EF4-8D5B15A1DD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3000">
                <a:srgbClr val="222D47"/>
              </a:gs>
              <a:gs pos="57000">
                <a:srgbClr val="2C3C51"/>
              </a:gs>
              <a:gs pos="72000">
                <a:srgbClr val="3D5762"/>
              </a:gs>
              <a:gs pos="87000">
                <a:srgbClr val="5B867F"/>
              </a:gs>
              <a:gs pos="33000">
                <a:schemeClr val="accent1"/>
              </a:gs>
              <a:gs pos="100000">
                <a:srgbClr val="84C5A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A756AC1A-1893-B35C-52B6-A8F3289E22F3}"/>
              </a:ext>
            </a:extLst>
          </p:cNvPr>
          <p:cNvSpPr/>
          <p:nvPr userDrawn="1"/>
        </p:nvSpPr>
        <p:spPr>
          <a:xfrm>
            <a:off x="5320325" y="2974520"/>
            <a:ext cx="127489" cy="703184"/>
          </a:xfrm>
          <a:custGeom>
            <a:avLst/>
            <a:gdLst>
              <a:gd name="connsiteX0" fmla="*/ 1992 w 127489"/>
              <a:gd name="connsiteY0" fmla="*/ 703185 h 703184"/>
              <a:gd name="connsiteX1" fmla="*/ 1992 w 127489"/>
              <a:gd name="connsiteY1" fmla="*/ 213147 h 703184"/>
              <a:gd name="connsiteX2" fmla="*/ 125498 w 127489"/>
              <a:gd name="connsiteY2" fmla="*/ 213147 h 703184"/>
              <a:gd name="connsiteX3" fmla="*/ 125498 w 127489"/>
              <a:gd name="connsiteY3" fmla="*/ 703185 h 703184"/>
              <a:gd name="connsiteX4" fmla="*/ 1992 w 127489"/>
              <a:gd name="connsiteY4" fmla="*/ 703185 h 703184"/>
              <a:gd name="connsiteX5" fmla="*/ 0 w 127489"/>
              <a:gd name="connsiteY5" fmla="*/ 127490 h 703184"/>
              <a:gd name="connsiteX6" fmla="*/ 0 w 127489"/>
              <a:gd name="connsiteY6" fmla="*/ 0 h 703184"/>
              <a:gd name="connsiteX7" fmla="*/ 127490 w 127489"/>
              <a:gd name="connsiteY7" fmla="*/ 0 h 703184"/>
              <a:gd name="connsiteX8" fmla="*/ 127490 w 127489"/>
              <a:gd name="connsiteY8" fmla="*/ 127490 h 703184"/>
              <a:gd name="connsiteX9" fmla="*/ 0 w 127489"/>
              <a:gd name="connsiteY9" fmla="*/ 127490 h 703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489" h="703184">
                <a:moveTo>
                  <a:pt x="1992" y="703185"/>
                </a:moveTo>
                <a:lnTo>
                  <a:pt x="1992" y="213147"/>
                </a:lnTo>
                <a:lnTo>
                  <a:pt x="125498" y="213147"/>
                </a:lnTo>
                <a:lnTo>
                  <a:pt x="125498" y="703185"/>
                </a:lnTo>
                <a:lnTo>
                  <a:pt x="1992" y="703185"/>
                </a:lnTo>
                <a:close/>
                <a:moveTo>
                  <a:pt x="0" y="127490"/>
                </a:moveTo>
                <a:lnTo>
                  <a:pt x="0" y="0"/>
                </a:lnTo>
                <a:lnTo>
                  <a:pt x="127490" y="0"/>
                </a:lnTo>
                <a:lnTo>
                  <a:pt x="127490" y="127490"/>
                </a:lnTo>
                <a:lnTo>
                  <a:pt x="0" y="127490"/>
                </a:lnTo>
                <a:close/>
              </a:path>
            </a:pathLst>
          </a:custGeom>
          <a:solidFill>
            <a:srgbClr val="FAFAFA"/>
          </a:solidFill>
          <a:ln w="6631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6F4A27EB-A66D-48D9-7E11-BC7F8C9A7CB7}"/>
              </a:ext>
            </a:extLst>
          </p:cNvPr>
          <p:cNvSpPr/>
          <p:nvPr userDrawn="1"/>
        </p:nvSpPr>
        <p:spPr>
          <a:xfrm>
            <a:off x="3768538" y="3177640"/>
            <a:ext cx="480078" cy="511950"/>
          </a:xfrm>
          <a:custGeom>
            <a:avLst/>
            <a:gdLst>
              <a:gd name="connsiteX0" fmla="*/ 256971 w 480078"/>
              <a:gd name="connsiteY0" fmla="*/ 511951 h 511950"/>
              <a:gd name="connsiteX1" fmla="*/ 125498 w 480078"/>
              <a:gd name="connsiteY1" fmla="*/ 478086 h 511950"/>
              <a:gd name="connsiteX2" fmla="*/ 33864 w 480078"/>
              <a:gd name="connsiteY2" fmla="*/ 386453 h 511950"/>
              <a:gd name="connsiteX3" fmla="*/ 0 w 480078"/>
              <a:gd name="connsiteY3" fmla="*/ 254979 h 511950"/>
              <a:gd name="connsiteX4" fmla="*/ 33864 w 480078"/>
              <a:gd name="connsiteY4" fmla="*/ 123506 h 511950"/>
              <a:gd name="connsiteX5" fmla="*/ 125498 w 480078"/>
              <a:gd name="connsiteY5" fmla="*/ 31872 h 511950"/>
              <a:gd name="connsiteX6" fmla="*/ 256971 w 480078"/>
              <a:gd name="connsiteY6" fmla="*/ 0 h 511950"/>
              <a:gd name="connsiteX7" fmla="*/ 354581 w 480078"/>
              <a:gd name="connsiteY7" fmla="*/ 17928 h 511950"/>
              <a:gd name="connsiteX8" fmla="*/ 432269 w 480078"/>
              <a:gd name="connsiteY8" fmla="*/ 69721 h 511950"/>
              <a:gd name="connsiteX9" fmla="*/ 480078 w 480078"/>
              <a:gd name="connsiteY9" fmla="*/ 147410 h 511950"/>
              <a:gd name="connsiteX10" fmla="*/ 372509 w 480078"/>
              <a:gd name="connsiteY10" fmla="*/ 193226 h 511950"/>
              <a:gd name="connsiteX11" fmla="*/ 326692 w 480078"/>
              <a:gd name="connsiteY11" fmla="*/ 133466 h 511950"/>
              <a:gd name="connsiteX12" fmla="*/ 254979 w 480078"/>
              <a:gd name="connsiteY12" fmla="*/ 111553 h 511950"/>
              <a:gd name="connsiteX13" fmla="*/ 189242 w 480078"/>
              <a:gd name="connsiteY13" fmla="*/ 129482 h 511950"/>
              <a:gd name="connsiteX14" fmla="*/ 143426 w 480078"/>
              <a:gd name="connsiteY14" fmla="*/ 179282 h 511950"/>
              <a:gd name="connsiteX15" fmla="*/ 125498 w 480078"/>
              <a:gd name="connsiteY15" fmla="*/ 254979 h 511950"/>
              <a:gd name="connsiteX16" fmla="*/ 143426 w 480078"/>
              <a:gd name="connsiteY16" fmla="*/ 328684 h 511950"/>
              <a:gd name="connsiteX17" fmla="*/ 189242 w 480078"/>
              <a:gd name="connsiteY17" fmla="*/ 378485 h 511950"/>
              <a:gd name="connsiteX18" fmla="*/ 254979 w 480078"/>
              <a:gd name="connsiteY18" fmla="*/ 396413 h 511950"/>
              <a:gd name="connsiteX19" fmla="*/ 326692 w 480078"/>
              <a:gd name="connsiteY19" fmla="*/ 374501 h 511950"/>
              <a:gd name="connsiteX20" fmla="*/ 370517 w 480078"/>
              <a:gd name="connsiteY20" fmla="*/ 314740 h 511950"/>
              <a:gd name="connsiteX21" fmla="*/ 478086 w 480078"/>
              <a:gd name="connsiteY21" fmla="*/ 362549 h 511950"/>
              <a:gd name="connsiteX22" fmla="*/ 430277 w 480078"/>
              <a:gd name="connsiteY22" fmla="*/ 438246 h 511950"/>
              <a:gd name="connsiteX23" fmla="*/ 352588 w 480078"/>
              <a:gd name="connsiteY23" fmla="*/ 490038 h 511950"/>
              <a:gd name="connsiteX24" fmla="*/ 252987 w 480078"/>
              <a:gd name="connsiteY24" fmla="*/ 509958 h 511950"/>
              <a:gd name="connsiteX25" fmla="*/ 256971 w 480078"/>
              <a:gd name="connsiteY25" fmla="*/ 511951 h 51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0078" h="511950">
                <a:moveTo>
                  <a:pt x="256971" y="511951"/>
                </a:moveTo>
                <a:cubicBezTo>
                  <a:pt x="207171" y="511951"/>
                  <a:pt x="163346" y="499998"/>
                  <a:pt x="125498" y="478086"/>
                </a:cubicBezTo>
                <a:cubicBezTo>
                  <a:pt x="87649" y="456174"/>
                  <a:pt x="55777" y="424301"/>
                  <a:pt x="33864" y="386453"/>
                </a:cubicBezTo>
                <a:cubicBezTo>
                  <a:pt x="11952" y="348604"/>
                  <a:pt x="0" y="304780"/>
                  <a:pt x="0" y="254979"/>
                </a:cubicBezTo>
                <a:cubicBezTo>
                  <a:pt x="0" y="205179"/>
                  <a:pt x="11952" y="163346"/>
                  <a:pt x="33864" y="123506"/>
                </a:cubicBezTo>
                <a:cubicBezTo>
                  <a:pt x="55777" y="85657"/>
                  <a:pt x="87649" y="53785"/>
                  <a:pt x="125498" y="31872"/>
                </a:cubicBezTo>
                <a:cubicBezTo>
                  <a:pt x="165338" y="9960"/>
                  <a:pt x="209163" y="0"/>
                  <a:pt x="256971" y="0"/>
                </a:cubicBezTo>
                <a:cubicBezTo>
                  <a:pt x="292828" y="0"/>
                  <a:pt x="324700" y="5976"/>
                  <a:pt x="354581" y="17928"/>
                </a:cubicBezTo>
                <a:cubicBezTo>
                  <a:pt x="384461" y="29880"/>
                  <a:pt x="410357" y="47809"/>
                  <a:pt x="432269" y="69721"/>
                </a:cubicBezTo>
                <a:cubicBezTo>
                  <a:pt x="454182" y="91633"/>
                  <a:pt x="470118" y="117529"/>
                  <a:pt x="480078" y="147410"/>
                </a:cubicBezTo>
                <a:lnTo>
                  <a:pt x="372509" y="193226"/>
                </a:lnTo>
                <a:cubicBezTo>
                  <a:pt x="362549" y="169322"/>
                  <a:pt x="348604" y="149402"/>
                  <a:pt x="326692" y="133466"/>
                </a:cubicBezTo>
                <a:cubicBezTo>
                  <a:pt x="304780" y="119522"/>
                  <a:pt x="280876" y="111553"/>
                  <a:pt x="254979" y="111553"/>
                </a:cubicBezTo>
                <a:cubicBezTo>
                  <a:pt x="231075" y="111553"/>
                  <a:pt x="209163" y="117529"/>
                  <a:pt x="189242" y="129482"/>
                </a:cubicBezTo>
                <a:cubicBezTo>
                  <a:pt x="169322" y="141434"/>
                  <a:pt x="153386" y="159362"/>
                  <a:pt x="143426" y="179282"/>
                </a:cubicBezTo>
                <a:cubicBezTo>
                  <a:pt x="133466" y="199203"/>
                  <a:pt x="125498" y="225099"/>
                  <a:pt x="125498" y="254979"/>
                </a:cubicBezTo>
                <a:cubicBezTo>
                  <a:pt x="125498" y="284860"/>
                  <a:pt x="131474" y="306772"/>
                  <a:pt x="143426" y="328684"/>
                </a:cubicBezTo>
                <a:cubicBezTo>
                  <a:pt x="155378" y="350596"/>
                  <a:pt x="169322" y="366533"/>
                  <a:pt x="189242" y="378485"/>
                </a:cubicBezTo>
                <a:cubicBezTo>
                  <a:pt x="209163" y="390437"/>
                  <a:pt x="231075" y="396413"/>
                  <a:pt x="254979" y="396413"/>
                </a:cubicBezTo>
                <a:cubicBezTo>
                  <a:pt x="282868" y="396413"/>
                  <a:pt x="306772" y="388445"/>
                  <a:pt x="326692" y="374501"/>
                </a:cubicBezTo>
                <a:cubicBezTo>
                  <a:pt x="346612" y="360557"/>
                  <a:pt x="362549" y="340636"/>
                  <a:pt x="370517" y="314740"/>
                </a:cubicBezTo>
                <a:lnTo>
                  <a:pt x="478086" y="362549"/>
                </a:lnTo>
                <a:cubicBezTo>
                  <a:pt x="468126" y="390437"/>
                  <a:pt x="452190" y="414341"/>
                  <a:pt x="430277" y="438246"/>
                </a:cubicBezTo>
                <a:cubicBezTo>
                  <a:pt x="408365" y="462150"/>
                  <a:pt x="382469" y="478086"/>
                  <a:pt x="352588" y="490038"/>
                </a:cubicBezTo>
                <a:cubicBezTo>
                  <a:pt x="322708" y="501990"/>
                  <a:pt x="288844" y="509958"/>
                  <a:pt x="252987" y="509958"/>
                </a:cubicBezTo>
                <a:lnTo>
                  <a:pt x="256971" y="511951"/>
                </a:lnTo>
                <a:close/>
              </a:path>
            </a:pathLst>
          </a:custGeom>
          <a:solidFill>
            <a:srgbClr val="FAFAFA"/>
          </a:solidFill>
          <a:ln w="6631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E0628F9E-54D8-8A6A-DBAA-CF29225AF40E}"/>
              </a:ext>
            </a:extLst>
          </p:cNvPr>
          <p:cNvSpPr/>
          <p:nvPr userDrawn="1"/>
        </p:nvSpPr>
        <p:spPr>
          <a:xfrm>
            <a:off x="5561360" y="3177640"/>
            <a:ext cx="519918" cy="511950"/>
          </a:xfrm>
          <a:custGeom>
            <a:avLst/>
            <a:gdLst>
              <a:gd name="connsiteX0" fmla="*/ 260955 w 519918"/>
              <a:gd name="connsiteY0" fmla="*/ 398405 h 511950"/>
              <a:gd name="connsiteX1" fmla="*/ 328684 w 519918"/>
              <a:gd name="connsiteY1" fmla="*/ 380477 h 511950"/>
              <a:gd name="connsiteX2" fmla="*/ 374501 w 519918"/>
              <a:gd name="connsiteY2" fmla="*/ 330676 h 511950"/>
              <a:gd name="connsiteX3" fmla="*/ 390437 w 519918"/>
              <a:gd name="connsiteY3" fmla="*/ 256971 h 511950"/>
              <a:gd name="connsiteX4" fmla="*/ 374501 w 519918"/>
              <a:gd name="connsiteY4" fmla="*/ 183266 h 511950"/>
              <a:gd name="connsiteX5" fmla="*/ 328684 w 519918"/>
              <a:gd name="connsiteY5" fmla="*/ 133466 h 511950"/>
              <a:gd name="connsiteX6" fmla="*/ 260955 w 519918"/>
              <a:gd name="connsiteY6" fmla="*/ 115537 h 511950"/>
              <a:gd name="connsiteX7" fmla="*/ 193226 w 519918"/>
              <a:gd name="connsiteY7" fmla="*/ 133466 h 511950"/>
              <a:gd name="connsiteX8" fmla="*/ 147410 w 519918"/>
              <a:gd name="connsiteY8" fmla="*/ 183266 h 511950"/>
              <a:gd name="connsiteX9" fmla="*/ 129482 w 519918"/>
              <a:gd name="connsiteY9" fmla="*/ 256971 h 511950"/>
              <a:gd name="connsiteX10" fmla="*/ 147410 w 519918"/>
              <a:gd name="connsiteY10" fmla="*/ 330676 h 511950"/>
              <a:gd name="connsiteX11" fmla="*/ 193226 w 519918"/>
              <a:gd name="connsiteY11" fmla="*/ 380477 h 511950"/>
              <a:gd name="connsiteX12" fmla="*/ 260955 w 519918"/>
              <a:gd name="connsiteY12" fmla="*/ 398405 h 511950"/>
              <a:gd name="connsiteX13" fmla="*/ 260955 w 519918"/>
              <a:gd name="connsiteY13" fmla="*/ 511951 h 511950"/>
              <a:gd name="connsiteX14" fmla="*/ 129482 w 519918"/>
              <a:gd name="connsiteY14" fmla="*/ 478086 h 511950"/>
              <a:gd name="connsiteX15" fmla="*/ 35856 w 519918"/>
              <a:gd name="connsiteY15" fmla="*/ 386453 h 511950"/>
              <a:gd name="connsiteX16" fmla="*/ 0 w 519918"/>
              <a:gd name="connsiteY16" fmla="*/ 254979 h 511950"/>
              <a:gd name="connsiteX17" fmla="*/ 33864 w 519918"/>
              <a:gd name="connsiteY17" fmla="*/ 121514 h 511950"/>
              <a:gd name="connsiteX18" fmla="*/ 127490 w 519918"/>
              <a:gd name="connsiteY18" fmla="*/ 31872 h 511950"/>
              <a:gd name="connsiteX19" fmla="*/ 258963 w 519918"/>
              <a:gd name="connsiteY19" fmla="*/ 0 h 511950"/>
              <a:gd name="connsiteX20" fmla="*/ 390437 w 519918"/>
              <a:gd name="connsiteY20" fmla="*/ 31872 h 511950"/>
              <a:gd name="connsiteX21" fmla="*/ 484062 w 519918"/>
              <a:gd name="connsiteY21" fmla="*/ 121514 h 511950"/>
              <a:gd name="connsiteX22" fmla="*/ 519919 w 519918"/>
              <a:gd name="connsiteY22" fmla="*/ 254979 h 511950"/>
              <a:gd name="connsiteX23" fmla="*/ 484062 w 519918"/>
              <a:gd name="connsiteY23" fmla="*/ 386453 h 511950"/>
              <a:gd name="connsiteX24" fmla="*/ 390437 w 519918"/>
              <a:gd name="connsiteY24" fmla="*/ 478086 h 511950"/>
              <a:gd name="connsiteX25" fmla="*/ 258963 w 519918"/>
              <a:gd name="connsiteY25" fmla="*/ 511951 h 511950"/>
              <a:gd name="connsiteX26" fmla="*/ 260955 w 519918"/>
              <a:gd name="connsiteY26" fmla="*/ 511951 h 51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19918" h="511950">
                <a:moveTo>
                  <a:pt x="260955" y="398405"/>
                </a:moveTo>
                <a:cubicBezTo>
                  <a:pt x="286852" y="398405"/>
                  <a:pt x="308764" y="392429"/>
                  <a:pt x="328684" y="380477"/>
                </a:cubicBezTo>
                <a:cubicBezTo>
                  <a:pt x="348604" y="368525"/>
                  <a:pt x="364541" y="350596"/>
                  <a:pt x="374501" y="330676"/>
                </a:cubicBezTo>
                <a:cubicBezTo>
                  <a:pt x="384461" y="310756"/>
                  <a:pt x="390437" y="284860"/>
                  <a:pt x="390437" y="256971"/>
                </a:cubicBezTo>
                <a:cubicBezTo>
                  <a:pt x="390437" y="229083"/>
                  <a:pt x="384461" y="203187"/>
                  <a:pt x="374501" y="183266"/>
                </a:cubicBezTo>
                <a:cubicBezTo>
                  <a:pt x="362549" y="161354"/>
                  <a:pt x="348604" y="145418"/>
                  <a:pt x="328684" y="133466"/>
                </a:cubicBezTo>
                <a:cubicBezTo>
                  <a:pt x="308764" y="121514"/>
                  <a:pt x="286852" y="115537"/>
                  <a:pt x="260955" y="115537"/>
                </a:cubicBezTo>
                <a:cubicBezTo>
                  <a:pt x="235059" y="115537"/>
                  <a:pt x="213147" y="121514"/>
                  <a:pt x="193226" y="133466"/>
                </a:cubicBezTo>
                <a:cubicBezTo>
                  <a:pt x="173306" y="145418"/>
                  <a:pt x="157370" y="163346"/>
                  <a:pt x="147410" y="183266"/>
                </a:cubicBezTo>
                <a:cubicBezTo>
                  <a:pt x="135458" y="205179"/>
                  <a:pt x="129482" y="229083"/>
                  <a:pt x="129482" y="256971"/>
                </a:cubicBezTo>
                <a:cubicBezTo>
                  <a:pt x="129482" y="284860"/>
                  <a:pt x="135458" y="308764"/>
                  <a:pt x="147410" y="330676"/>
                </a:cubicBezTo>
                <a:cubicBezTo>
                  <a:pt x="159362" y="352588"/>
                  <a:pt x="175298" y="368525"/>
                  <a:pt x="193226" y="380477"/>
                </a:cubicBezTo>
                <a:cubicBezTo>
                  <a:pt x="213147" y="392429"/>
                  <a:pt x="235059" y="398405"/>
                  <a:pt x="260955" y="398405"/>
                </a:cubicBezTo>
                <a:close/>
                <a:moveTo>
                  <a:pt x="260955" y="511951"/>
                </a:moveTo>
                <a:cubicBezTo>
                  <a:pt x="213147" y="511951"/>
                  <a:pt x="169322" y="499998"/>
                  <a:pt x="129482" y="478086"/>
                </a:cubicBezTo>
                <a:cubicBezTo>
                  <a:pt x="89641" y="456174"/>
                  <a:pt x="59761" y="426293"/>
                  <a:pt x="35856" y="386453"/>
                </a:cubicBezTo>
                <a:cubicBezTo>
                  <a:pt x="11952" y="348604"/>
                  <a:pt x="0" y="304780"/>
                  <a:pt x="0" y="254979"/>
                </a:cubicBezTo>
                <a:cubicBezTo>
                  <a:pt x="0" y="205179"/>
                  <a:pt x="11952" y="161354"/>
                  <a:pt x="33864" y="121514"/>
                </a:cubicBezTo>
                <a:cubicBezTo>
                  <a:pt x="57769" y="83665"/>
                  <a:pt x="87649" y="53785"/>
                  <a:pt x="127490" y="31872"/>
                </a:cubicBezTo>
                <a:cubicBezTo>
                  <a:pt x="167330" y="9960"/>
                  <a:pt x="211155" y="0"/>
                  <a:pt x="258963" y="0"/>
                </a:cubicBezTo>
                <a:cubicBezTo>
                  <a:pt x="306772" y="0"/>
                  <a:pt x="350596" y="9960"/>
                  <a:pt x="390437" y="31872"/>
                </a:cubicBezTo>
                <a:cubicBezTo>
                  <a:pt x="430277" y="53785"/>
                  <a:pt x="460158" y="83665"/>
                  <a:pt x="484062" y="121514"/>
                </a:cubicBezTo>
                <a:cubicBezTo>
                  <a:pt x="507966" y="159362"/>
                  <a:pt x="519919" y="205179"/>
                  <a:pt x="519919" y="254979"/>
                </a:cubicBezTo>
                <a:cubicBezTo>
                  <a:pt x="519919" y="304780"/>
                  <a:pt x="507966" y="348604"/>
                  <a:pt x="484062" y="386453"/>
                </a:cubicBezTo>
                <a:cubicBezTo>
                  <a:pt x="460158" y="424301"/>
                  <a:pt x="430277" y="454182"/>
                  <a:pt x="390437" y="478086"/>
                </a:cubicBezTo>
                <a:cubicBezTo>
                  <a:pt x="350596" y="501990"/>
                  <a:pt x="306772" y="511951"/>
                  <a:pt x="258963" y="511951"/>
                </a:cubicBezTo>
                <a:lnTo>
                  <a:pt x="260955" y="511951"/>
                </a:lnTo>
                <a:close/>
              </a:path>
            </a:pathLst>
          </a:custGeom>
          <a:solidFill>
            <a:srgbClr val="FAFAFA"/>
          </a:solidFill>
          <a:ln w="6631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5F0C11DC-4E88-9598-D4B9-7931EB744C36}"/>
              </a:ext>
            </a:extLst>
          </p:cNvPr>
          <p:cNvSpPr/>
          <p:nvPr userDrawn="1"/>
        </p:nvSpPr>
        <p:spPr>
          <a:xfrm>
            <a:off x="6160893" y="3177640"/>
            <a:ext cx="408365" cy="513942"/>
          </a:xfrm>
          <a:custGeom>
            <a:avLst/>
            <a:gdLst>
              <a:gd name="connsiteX0" fmla="*/ 217131 w 408365"/>
              <a:gd name="connsiteY0" fmla="*/ 511951 h 513942"/>
              <a:gd name="connsiteX1" fmla="*/ 79681 w 408365"/>
              <a:gd name="connsiteY1" fmla="*/ 474102 h 513942"/>
              <a:gd name="connsiteX2" fmla="*/ 0 w 408365"/>
              <a:gd name="connsiteY2" fmla="*/ 372509 h 513942"/>
              <a:gd name="connsiteX3" fmla="*/ 91633 w 408365"/>
              <a:gd name="connsiteY3" fmla="*/ 328684 h 513942"/>
              <a:gd name="connsiteX4" fmla="*/ 143426 w 408365"/>
              <a:gd name="connsiteY4" fmla="*/ 392429 h 513942"/>
              <a:gd name="connsiteX5" fmla="*/ 217131 w 408365"/>
              <a:gd name="connsiteY5" fmla="*/ 416333 h 513942"/>
              <a:gd name="connsiteX6" fmla="*/ 266931 w 408365"/>
              <a:gd name="connsiteY6" fmla="*/ 402389 h 513942"/>
              <a:gd name="connsiteX7" fmla="*/ 284860 w 408365"/>
              <a:gd name="connsiteY7" fmla="*/ 366533 h 513942"/>
              <a:gd name="connsiteX8" fmla="*/ 278884 w 408365"/>
              <a:gd name="connsiteY8" fmla="*/ 344620 h 513942"/>
              <a:gd name="connsiteX9" fmla="*/ 260955 w 408365"/>
              <a:gd name="connsiteY9" fmla="*/ 328684 h 513942"/>
              <a:gd name="connsiteX10" fmla="*/ 233067 w 408365"/>
              <a:gd name="connsiteY10" fmla="*/ 316732 h 513942"/>
              <a:gd name="connsiteX11" fmla="*/ 151394 w 408365"/>
              <a:gd name="connsiteY11" fmla="*/ 294820 h 513942"/>
              <a:gd name="connsiteX12" fmla="*/ 57769 w 408365"/>
              <a:gd name="connsiteY12" fmla="*/ 239043 h 513942"/>
              <a:gd name="connsiteX13" fmla="*/ 25896 w 408365"/>
              <a:gd name="connsiteY13" fmla="*/ 149402 h 513942"/>
              <a:gd name="connsiteX14" fmla="*/ 49801 w 408365"/>
              <a:gd name="connsiteY14" fmla="*/ 69721 h 513942"/>
              <a:gd name="connsiteX15" fmla="*/ 115537 w 408365"/>
              <a:gd name="connsiteY15" fmla="*/ 17928 h 513942"/>
              <a:gd name="connsiteX16" fmla="*/ 209163 w 408365"/>
              <a:gd name="connsiteY16" fmla="*/ 0 h 513942"/>
              <a:gd name="connsiteX17" fmla="*/ 332668 w 408365"/>
              <a:gd name="connsiteY17" fmla="*/ 33864 h 513942"/>
              <a:gd name="connsiteX18" fmla="*/ 408365 w 408365"/>
              <a:gd name="connsiteY18" fmla="*/ 127490 h 513942"/>
              <a:gd name="connsiteX19" fmla="*/ 314740 w 408365"/>
              <a:gd name="connsiteY19" fmla="*/ 171314 h 513942"/>
              <a:gd name="connsiteX20" fmla="*/ 272908 w 408365"/>
              <a:gd name="connsiteY20" fmla="*/ 119522 h 513942"/>
              <a:gd name="connsiteX21" fmla="*/ 207171 w 408365"/>
              <a:gd name="connsiteY21" fmla="*/ 99601 h 513942"/>
              <a:gd name="connsiteX22" fmla="*/ 161354 w 408365"/>
              <a:gd name="connsiteY22" fmla="*/ 111553 h 513942"/>
              <a:gd name="connsiteX23" fmla="*/ 145418 w 408365"/>
              <a:gd name="connsiteY23" fmla="*/ 145418 h 513942"/>
              <a:gd name="connsiteX24" fmla="*/ 151394 w 408365"/>
              <a:gd name="connsiteY24" fmla="*/ 167330 h 513942"/>
              <a:gd name="connsiteX25" fmla="*/ 171314 w 408365"/>
              <a:gd name="connsiteY25" fmla="*/ 183266 h 513942"/>
              <a:gd name="connsiteX26" fmla="*/ 201194 w 408365"/>
              <a:gd name="connsiteY26" fmla="*/ 195218 h 513942"/>
              <a:gd name="connsiteX27" fmla="*/ 278884 w 408365"/>
              <a:gd name="connsiteY27" fmla="*/ 219123 h 513942"/>
              <a:gd name="connsiteX28" fmla="*/ 372509 w 408365"/>
              <a:gd name="connsiteY28" fmla="*/ 272907 h 513942"/>
              <a:gd name="connsiteX29" fmla="*/ 404381 w 408365"/>
              <a:gd name="connsiteY29" fmla="*/ 362549 h 513942"/>
              <a:gd name="connsiteX30" fmla="*/ 380477 w 408365"/>
              <a:gd name="connsiteY30" fmla="*/ 442230 h 513942"/>
              <a:gd name="connsiteX31" fmla="*/ 314740 w 408365"/>
              <a:gd name="connsiteY31" fmla="*/ 494022 h 513942"/>
              <a:gd name="connsiteX32" fmla="*/ 217131 w 408365"/>
              <a:gd name="connsiteY32" fmla="*/ 513942 h 513942"/>
              <a:gd name="connsiteX33" fmla="*/ 217131 w 408365"/>
              <a:gd name="connsiteY33" fmla="*/ 511951 h 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8365" h="513942">
                <a:moveTo>
                  <a:pt x="217131" y="511951"/>
                </a:moveTo>
                <a:cubicBezTo>
                  <a:pt x="163346" y="511951"/>
                  <a:pt x="117529" y="499998"/>
                  <a:pt x="79681" y="474102"/>
                </a:cubicBezTo>
                <a:cubicBezTo>
                  <a:pt x="39841" y="448206"/>
                  <a:pt x="13944" y="414341"/>
                  <a:pt x="0" y="372509"/>
                </a:cubicBezTo>
                <a:lnTo>
                  <a:pt x="91633" y="328684"/>
                </a:lnTo>
                <a:cubicBezTo>
                  <a:pt x="103585" y="354580"/>
                  <a:pt x="121513" y="376493"/>
                  <a:pt x="143426" y="392429"/>
                </a:cubicBezTo>
                <a:cubicBezTo>
                  <a:pt x="165338" y="408365"/>
                  <a:pt x="189242" y="416333"/>
                  <a:pt x="217131" y="416333"/>
                </a:cubicBezTo>
                <a:cubicBezTo>
                  <a:pt x="239043" y="416333"/>
                  <a:pt x="254979" y="412349"/>
                  <a:pt x="266931" y="402389"/>
                </a:cubicBezTo>
                <a:cubicBezTo>
                  <a:pt x="278884" y="392429"/>
                  <a:pt x="284860" y="380477"/>
                  <a:pt x="284860" y="366533"/>
                </a:cubicBezTo>
                <a:cubicBezTo>
                  <a:pt x="284860" y="358565"/>
                  <a:pt x="282868" y="350596"/>
                  <a:pt x="278884" y="344620"/>
                </a:cubicBezTo>
                <a:cubicBezTo>
                  <a:pt x="274899" y="338644"/>
                  <a:pt x="268923" y="334660"/>
                  <a:pt x="260955" y="328684"/>
                </a:cubicBezTo>
                <a:cubicBezTo>
                  <a:pt x="252987" y="322708"/>
                  <a:pt x="243027" y="320716"/>
                  <a:pt x="233067" y="316732"/>
                </a:cubicBezTo>
                <a:lnTo>
                  <a:pt x="151394" y="294820"/>
                </a:lnTo>
                <a:cubicBezTo>
                  <a:pt x="109561" y="282868"/>
                  <a:pt x="77689" y="264939"/>
                  <a:pt x="57769" y="239043"/>
                </a:cubicBezTo>
                <a:cubicBezTo>
                  <a:pt x="37848" y="213147"/>
                  <a:pt x="25896" y="185258"/>
                  <a:pt x="25896" y="149402"/>
                </a:cubicBezTo>
                <a:cubicBezTo>
                  <a:pt x="25896" y="119522"/>
                  <a:pt x="33864" y="93625"/>
                  <a:pt x="49801" y="69721"/>
                </a:cubicBezTo>
                <a:cubicBezTo>
                  <a:pt x="65737" y="47809"/>
                  <a:pt x="87649" y="29880"/>
                  <a:pt x="115537" y="17928"/>
                </a:cubicBezTo>
                <a:cubicBezTo>
                  <a:pt x="143426" y="5976"/>
                  <a:pt x="175298" y="0"/>
                  <a:pt x="209163" y="0"/>
                </a:cubicBezTo>
                <a:cubicBezTo>
                  <a:pt x="254979" y="0"/>
                  <a:pt x="296812" y="11952"/>
                  <a:pt x="332668" y="33864"/>
                </a:cubicBezTo>
                <a:cubicBezTo>
                  <a:pt x="368525" y="55777"/>
                  <a:pt x="394421" y="87649"/>
                  <a:pt x="408365" y="127490"/>
                </a:cubicBezTo>
                <a:lnTo>
                  <a:pt x="314740" y="171314"/>
                </a:lnTo>
                <a:cubicBezTo>
                  <a:pt x="306772" y="149402"/>
                  <a:pt x="292828" y="131474"/>
                  <a:pt x="272908" y="119522"/>
                </a:cubicBezTo>
                <a:cubicBezTo>
                  <a:pt x="252987" y="105577"/>
                  <a:pt x="231075" y="99601"/>
                  <a:pt x="207171" y="99601"/>
                </a:cubicBezTo>
                <a:cubicBezTo>
                  <a:pt x="187250" y="99601"/>
                  <a:pt x="173306" y="103585"/>
                  <a:pt x="161354" y="111553"/>
                </a:cubicBezTo>
                <a:cubicBezTo>
                  <a:pt x="149402" y="119522"/>
                  <a:pt x="145418" y="131474"/>
                  <a:pt x="145418" y="145418"/>
                </a:cubicBezTo>
                <a:cubicBezTo>
                  <a:pt x="145418" y="153386"/>
                  <a:pt x="147410" y="161354"/>
                  <a:pt x="151394" y="167330"/>
                </a:cubicBezTo>
                <a:cubicBezTo>
                  <a:pt x="155378" y="173306"/>
                  <a:pt x="163346" y="179282"/>
                  <a:pt x="171314" y="183266"/>
                </a:cubicBezTo>
                <a:cubicBezTo>
                  <a:pt x="179282" y="187250"/>
                  <a:pt x="189242" y="191234"/>
                  <a:pt x="201194" y="195218"/>
                </a:cubicBezTo>
                <a:lnTo>
                  <a:pt x="278884" y="219123"/>
                </a:lnTo>
                <a:cubicBezTo>
                  <a:pt x="320716" y="231075"/>
                  <a:pt x="350596" y="249003"/>
                  <a:pt x="372509" y="272907"/>
                </a:cubicBezTo>
                <a:cubicBezTo>
                  <a:pt x="394421" y="296812"/>
                  <a:pt x="404381" y="326692"/>
                  <a:pt x="404381" y="362549"/>
                </a:cubicBezTo>
                <a:cubicBezTo>
                  <a:pt x="404381" y="392429"/>
                  <a:pt x="396413" y="418325"/>
                  <a:pt x="380477" y="442230"/>
                </a:cubicBezTo>
                <a:cubicBezTo>
                  <a:pt x="364541" y="464142"/>
                  <a:pt x="342628" y="482070"/>
                  <a:pt x="314740" y="494022"/>
                </a:cubicBezTo>
                <a:cubicBezTo>
                  <a:pt x="286852" y="505974"/>
                  <a:pt x="254979" y="513942"/>
                  <a:pt x="217131" y="513942"/>
                </a:cubicBezTo>
                <a:lnTo>
                  <a:pt x="217131" y="511951"/>
                </a:lnTo>
                <a:close/>
              </a:path>
            </a:pathLst>
          </a:custGeom>
          <a:solidFill>
            <a:srgbClr val="FAFAFA"/>
          </a:solidFill>
          <a:ln w="6631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D3650F38-1D9B-55B5-231F-CB8083730D31}"/>
              </a:ext>
            </a:extLst>
          </p:cNvPr>
          <p:cNvSpPr/>
          <p:nvPr userDrawn="1"/>
        </p:nvSpPr>
        <p:spPr>
          <a:xfrm>
            <a:off x="4334273" y="3179765"/>
            <a:ext cx="484062" cy="509958"/>
          </a:xfrm>
          <a:custGeom>
            <a:avLst/>
            <a:gdLst>
              <a:gd name="connsiteX0" fmla="*/ 468126 w 484062"/>
              <a:gd name="connsiteY0" fmla="*/ 145418 h 509958"/>
              <a:gd name="connsiteX1" fmla="*/ 422309 w 484062"/>
              <a:gd name="connsiteY1" fmla="*/ 69721 h 509958"/>
              <a:gd name="connsiteX2" fmla="*/ 346612 w 484062"/>
              <a:gd name="connsiteY2" fmla="*/ 17928 h 509958"/>
              <a:gd name="connsiteX3" fmla="*/ 245019 w 484062"/>
              <a:gd name="connsiteY3" fmla="*/ 0 h 509958"/>
              <a:gd name="connsiteX4" fmla="*/ 119522 w 484062"/>
              <a:gd name="connsiteY4" fmla="*/ 31872 h 509958"/>
              <a:gd name="connsiteX5" fmla="*/ 31872 w 484062"/>
              <a:gd name="connsiteY5" fmla="*/ 121514 h 509958"/>
              <a:gd name="connsiteX6" fmla="*/ 0 w 484062"/>
              <a:gd name="connsiteY6" fmla="*/ 252987 h 509958"/>
              <a:gd name="connsiteX7" fmla="*/ 31872 w 484062"/>
              <a:gd name="connsiteY7" fmla="*/ 382469 h 509958"/>
              <a:gd name="connsiteX8" fmla="*/ 119522 w 484062"/>
              <a:gd name="connsiteY8" fmla="*/ 476094 h 509958"/>
              <a:gd name="connsiteX9" fmla="*/ 252987 w 484062"/>
              <a:gd name="connsiteY9" fmla="*/ 509958 h 509958"/>
              <a:gd name="connsiteX10" fmla="*/ 254979 w 484062"/>
              <a:gd name="connsiteY10" fmla="*/ 509958 h 509958"/>
              <a:gd name="connsiteX11" fmla="*/ 348604 w 484062"/>
              <a:gd name="connsiteY11" fmla="*/ 494022 h 509958"/>
              <a:gd name="connsiteX12" fmla="*/ 422309 w 484062"/>
              <a:gd name="connsiteY12" fmla="*/ 452190 h 509958"/>
              <a:gd name="connsiteX13" fmla="*/ 468126 w 484062"/>
              <a:gd name="connsiteY13" fmla="*/ 390437 h 509958"/>
              <a:gd name="connsiteX14" fmla="*/ 368525 w 484062"/>
              <a:gd name="connsiteY14" fmla="*/ 342628 h 509958"/>
              <a:gd name="connsiteX15" fmla="*/ 324700 w 484062"/>
              <a:gd name="connsiteY15" fmla="*/ 386453 h 509958"/>
              <a:gd name="connsiteX16" fmla="*/ 258963 w 484062"/>
              <a:gd name="connsiteY16" fmla="*/ 402389 h 509958"/>
              <a:gd name="connsiteX17" fmla="*/ 189242 w 484062"/>
              <a:gd name="connsiteY17" fmla="*/ 384461 h 509958"/>
              <a:gd name="connsiteX18" fmla="*/ 143426 w 484062"/>
              <a:gd name="connsiteY18" fmla="*/ 332668 h 509958"/>
              <a:gd name="connsiteX19" fmla="*/ 131407 w 484062"/>
              <a:gd name="connsiteY19" fmla="*/ 288844 h 509958"/>
              <a:gd name="connsiteX20" fmla="*/ 480078 w 484062"/>
              <a:gd name="connsiteY20" fmla="*/ 288844 h 509958"/>
              <a:gd name="connsiteX21" fmla="*/ 484062 w 484062"/>
              <a:gd name="connsiteY21" fmla="*/ 264939 h 509958"/>
              <a:gd name="connsiteX22" fmla="*/ 484062 w 484062"/>
              <a:gd name="connsiteY22" fmla="*/ 237051 h 509958"/>
              <a:gd name="connsiteX23" fmla="*/ 468126 w 484062"/>
              <a:gd name="connsiteY23" fmla="*/ 145418 h 509958"/>
              <a:gd name="connsiteX24" fmla="*/ 185258 w 484062"/>
              <a:gd name="connsiteY24" fmla="*/ 117530 h 509958"/>
              <a:gd name="connsiteX25" fmla="*/ 249003 w 484062"/>
              <a:gd name="connsiteY25" fmla="*/ 99601 h 509958"/>
              <a:gd name="connsiteX26" fmla="*/ 312748 w 484062"/>
              <a:gd name="connsiteY26" fmla="*/ 117530 h 509958"/>
              <a:gd name="connsiteX27" fmla="*/ 350596 w 484062"/>
              <a:gd name="connsiteY27" fmla="*/ 167330 h 509958"/>
              <a:gd name="connsiteX28" fmla="*/ 356506 w 484062"/>
              <a:gd name="connsiteY28" fmla="*/ 195218 h 509958"/>
              <a:gd name="connsiteX29" fmla="*/ 135790 w 484062"/>
              <a:gd name="connsiteY29" fmla="*/ 195218 h 509958"/>
              <a:gd name="connsiteX30" fmla="*/ 143359 w 484062"/>
              <a:gd name="connsiteY30" fmla="*/ 171314 h 509958"/>
              <a:gd name="connsiteX31" fmla="*/ 185192 w 484062"/>
              <a:gd name="connsiteY31" fmla="*/ 117530 h 509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84062" h="509958">
                <a:moveTo>
                  <a:pt x="468126" y="145418"/>
                </a:moveTo>
                <a:cubicBezTo>
                  <a:pt x="458166" y="117530"/>
                  <a:pt x="442230" y="91633"/>
                  <a:pt x="422309" y="69721"/>
                </a:cubicBezTo>
                <a:cubicBezTo>
                  <a:pt x="400397" y="47809"/>
                  <a:pt x="376493" y="29880"/>
                  <a:pt x="346612" y="17928"/>
                </a:cubicBezTo>
                <a:cubicBezTo>
                  <a:pt x="316732" y="5976"/>
                  <a:pt x="282868" y="0"/>
                  <a:pt x="245019" y="0"/>
                </a:cubicBezTo>
                <a:cubicBezTo>
                  <a:pt x="197211" y="0"/>
                  <a:pt x="157370" y="9960"/>
                  <a:pt x="119522" y="31872"/>
                </a:cubicBezTo>
                <a:cubicBezTo>
                  <a:pt x="83665" y="53785"/>
                  <a:pt x="53785" y="83665"/>
                  <a:pt x="31872" y="121514"/>
                </a:cubicBezTo>
                <a:cubicBezTo>
                  <a:pt x="9960" y="159362"/>
                  <a:pt x="0" y="205179"/>
                  <a:pt x="0" y="252987"/>
                </a:cubicBezTo>
                <a:cubicBezTo>
                  <a:pt x="0" y="300796"/>
                  <a:pt x="9960" y="342628"/>
                  <a:pt x="31872" y="382469"/>
                </a:cubicBezTo>
                <a:cubicBezTo>
                  <a:pt x="51793" y="422309"/>
                  <a:pt x="81673" y="454182"/>
                  <a:pt x="119522" y="476094"/>
                </a:cubicBezTo>
                <a:cubicBezTo>
                  <a:pt x="157370" y="498006"/>
                  <a:pt x="201195" y="509958"/>
                  <a:pt x="252987" y="509958"/>
                </a:cubicBezTo>
                <a:lnTo>
                  <a:pt x="254979" y="509958"/>
                </a:lnTo>
                <a:cubicBezTo>
                  <a:pt x="288844" y="509958"/>
                  <a:pt x="320716" y="503982"/>
                  <a:pt x="348604" y="494022"/>
                </a:cubicBezTo>
                <a:cubicBezTo>
                  <a:pt x="378485" y="484062"/>
                  <a:pt x="402389" y="470118"/>
                  <a:pt x="422309" y="452190"/>
                </a:cubicBezTo>
                <a:cubicBezTo>
                  <a:pt x="444222" y="434262"/>
                  <a:pt x="458166" y="414341"/>
                  <a:pt x="468126" y="390437"/>
                </a:cubicBezTo>
                <a:lnTo>
                  <a:pt x="368525" y="342628"/>
                </a:lnTo>
                <a:cubicBezTo>
                  <a:pt x="358565" y="360557"/>
                  <a:pt x="342628" y="376493"/>
                  <a:pt x="324700" y="386453"/>
                </a:cubicBezTo>
                <a:cubicBezTo>
                  <a:pt x="306772" y="396413"/>
                  <a:pt x="284860" y="402389"/>
                  <a:pt x="258963" y="402389"/>
                </a:cubicBezTo>
                <a:cubicBezTo>
                  <a:pt x="233067" y="402389"/>
                  <a:pt x="209163" y="396413"/>
                  <a:pt x="189242" y="384461"/>
                </a:cubicBezTo>
                <a:cubicBezTo>
                  <a:pt x="169322" y="372509"/>
                  <a:pt x="153386" y="354580"/>
                  <a:pt x="143426" y="332668"/>
                </a:cubicBezTo>
                <a:cubicBezTo>
                  <a:pt x="136255" y="319521"/>
                  <a:pt x="132735" y="304846"/>
                  <a:pt x="131407" y="288844"/>
                </a:cubicBezTo>
                <a:lnTo>
                  <a:pt x="480078" y="288844"/>
                </a:lnTo>
                <a:cubicBezTo>
                  <a:pt x="482070" y="282868"/>
                  <a:pt x="484062" y="272907"/>
                  <a:pt x="484062" y="264939"/>
                </a:cubicBezTo>
                <a:lnTo>
                  <a:pt x="484062" y="237051"/>
                </a:lnTo>
                <a:cubicBezTo>
                  <a:pt x="484062" y="205179"/>
                  <a:pt x="478086" y="173306"/>
                  <a:pt x="468126" y="145418"/>
                </a:cubicBezTo>
                <a:close/>
                <a:moveTo>
                  <a:pt x="185258" y="117530"/>
                </a:moveTo>
                <a:cubicBezTo>
                  <a:pt x="203187" y="105577"/>
                  <a:pt x="225099" y="99601"/>
                  <a:pt x="249003" y="99601"/>
                </a:cubicBezTo>
                <a:cubicBezTo>
                  <a:pt x="272908" y="99601"/>
                  <a:pt x="294820" y="105577"/>
                  <a:pt x="312748" y="117530"/>
                </a:cubicBezTo>
                <a:cubicBezTo>
                  <a:pt x="330676" y="129482"/>
                  <a:pt x="342628" y="145418"/>
                  <a:pt x="350596" y="167330"/>
                </a:cubicBezTo>
                <a:cubicBezTo>
                  <a:pt x="353983" y="175896"/>
                  <a:pt x="355909" y="185192"/>
                  <a:pt x="356506" y="195218"/>
                </a:cubicBezTo>
                <a:lnTo>
                  <a:pt x="135790" y="195218"/>
                </a:lnTo>
                <a:cubicBezTo>
                  <a:pt x="137715" y="186852"/>
                  <a:pt x="140239" y="178884"/>
                  <a:pt x="143359" y="171314"/>
                </a:cubicBezTo>
                <a:cubicBezTo>
                  <a:pt x="153320" y="147410"/>
                  <a:pt x="167264" y="129482"/>
                  <a:pt x="185192" y="117530"/>
                </a:cubicBezTo>
                <a:close/>
              </a:path>
            </a:pathLst>
          </a:custGeom>
          <a:solidFill>
            <a:srgbClr val="FAFAFA"/>
          </a:solidFill>
          <a:ln w="6631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355C3409-FAD8-B70D-75E8-E1945DA9076D}"/>
              </a:ext>
            </a:extLst>
          </p:cNvPr>
          <p:cNvSpPr/>
          <p:nvPr userDrawn="1"/>
        </p:nvSpPr>
        <p:spPr>
          <a:xfrm>
            <a:off x="4939848" y="3187733"/>
            <a:ext cx="278883" cy="490038"/>
          </a:xfrm>
          <a:custGeom>
            <a:avLst/>
            <a:gdLst>
              <a:gd name="connsiteX0" fmla="*/ 0 w 278883"/>
              <a:gd name="connsiteY0" fmla="*/ 490038 h 490038"/>
              <a:gd name="connsiteX1" fmla="*/ 0 w 278883"/>
              <a:gd name="connsiteY1" fmla="*/ 0 h 490038"/>
              <a:gd name="connsiteX2" fmla="*/ 278884 w 278883"/>
              <a:gd name="connsiteY2" fmla="*/ 0 h 490038"/>
              <a:gd name="connsiteX3" fmla="*/ 278884 w 278883"/>
              <a:gd name="connsiteY3" fmla="*/ 109561 h 490038"/>
              <a:gd name="connsiteX4" fmla="*/ 123506 w 278883"/>
              <a:gd name="connsiteY4" fmla="*/ 109561 h 490038"/>
              <a:gd name="connsiteX5" fmla="*/ 123506 w 278883"/>
              <a:gd name="connsiteY5" fmla="*/ 490038 h 490038"/>
              <a:gd name="connsiteX6" fmla="*/ 0 w 278883"/>
              <a:gd name="connsiteY6" fmla="*/ 490038 h 49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8883" h="490038">
                <a:moveTo>
                  <a:pt x="0" y="490038"/>
                </a:moveTo>
                <a:lnTo>
                  <a:pt x="0" y="0"/>
                </a:lnTo>
                <a:lnTo>
                  <a:pt x="278884" y="0"/>
                </a:lnTo>
                <a:lnTo>
                  <a:pt x="278884" y="109561"/>
                </a:lnTo>
                <a:lnTo>
                  <a:pt x="123506" y="109561"/>
                </a:lnTo>
                <a:lnTo>
                  <a:pt x="123506" y="490038"/>
                </a:lnTo>
                <a:lnTo>
                  <a:pt x="0" y="490038"/>
                </a:lnTo>
                <a:close/>
              </a:path>
            </a:pathLst>
          </a:custGeom>
          <a:solidFill>
            <a:srgbClr val="FAFAFA"/>
          </a:solidFill>
          <a:ln w="6631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936BA74C-E9AA-C138-0375-D253FC33AD66}"/>
              </a:ext>
            </a:extLst>
          </p:cNvPr>
          <p:cNvGrpSpPr/>
          <p:nvPr userDrawn="1"/>
        </p:nvGrpSpPr>
        <p:grpSpPr>
          <a:xfrm>
            <a:off x="5571341" y="2528909"/>
            <a:ext cx="1801790" cy="1773722"/>
            <a:chOff x="5571341" y="2528909"/>
            <a:chExt cx="1801790" cy="1773722"/>
          </a:xfrm>
        </p:grpSpPr>
        <p:sp>
          <p:nvSpPr>
            <p:cNvPr id="16" name="Graphic 26">
              <a:extLst>
                <a:ext uri="{FF2B5EF4-FFF2-40B4-BE49-F238E27FC236}">
                  <a16:creationId xmlns:a16="http://schemas.microsoft.com/office/drawing/2014/main" id="{F4209A3C-8E18-D318-A5C2-BE1D93D4BB51}"/>
                </a:ext>
              </a:extLst>
            </p:cNvPr>
            <p:cNvSpPr/>
            <p:nvPr/>
          </p:nvSpPr>
          <p:spPr>
            <a:xfrm rot="14397986">
              <a:off x="5658968" y="2682924"/>
              <a:ext cx="481154" cy="656408"/>
            </a:xfrm>
            <a:custGeom>
              <a:avLst/>
              <a:gdLst>
                <a:gd name="connsiteX0" fmla="*/ 852844 w 898714"/>
                <a:gd name="connsiteY0" fmla="*/ 676056 h 1226059"/>
                <a:gd name="connsiteX1" fmla="*/ 764032 w 898714"/>
                <a:gd name="connsiteY1" fmla="*/ 723431 h 1226059"/>
                <a:gd name="connsiteX2" fmla="*/ 764064 w 898714"/>
                <a:gd name="connsiteY2" fmla="*/ 723431 h 1226059"/>
                <a:gd name="connsiteX3" fmla="*/ 852844 w 898714"/>
                <a:gd name="connsiteY3" fmla="*/ 676056 h 1226059"/>
                <a:gd name="connsiteX4" fmla="*/ 852138 w 898714"/>
                <a:gd name="connsiteY4" fmla="*/ 674740 h 1226059"/>
                <a:gd name="connsiteX5" fmla="*/ 851400 w 898714"/>
                <a:gd name="connsiteY5" fmla="*/ 673424 h 1226059"/>
                <a:gd name="connsiteX6" fmla="*/ 527093 w 898714"/>
                <a:gd name="connsiteY6" fmla="*/ 106850 h 1226059"/>
                <a:gd name="connsiteX7" fmla="*/ 439758 w 898714"/>
                <a:gd name="connsiteY7" fmla="*/ 156857 h 1226059"/>
                <a:gd name="connsiteX8" fmla="*/ 439758 w 898714"/>
                <a:gd name="connsiteY8" fmla="*/ 156857 h 1226059"/>
                <a:gd name="connsiteX9" fmla="*/ 527093 w 898714"/>
                <a:gd name="connsiteY9" fmla="*/ 106850 h 1226059"/>
                <a:gd name="connsiteX10" fmla="*/ 465949 w 898714"/>
                <a:gd name="connsiteY10" fmla="*/ 0 h 1226059"/>
                <a:gd name="connsiteX11" fmla="*/ 373413 w 898714"/>
                <a:gd name="connsiteY11" fmla="*/ 81173 h 1226059"/>
                <a:gd name="connsiteX12" fmla="*/ 131114 w 898714"/>
                <a:gd name="connsiteY12" fmla="*/ 293622 h 1226059"/>
                <a:gd name="connsiteX13" fmla="*/ 130858 w 898714"/>
                <a:gd name="connsiteY13" fmla="*/ 293847 h 1226059"/>
                <a:gd name="connsiteX14" fmla="*/ 130601 w 898714"/>
                <a:gd name="connsiteY14" fmla="*/ 294071 h 1226059"/>
                <a:gd name="connsiteX15" fmla="*/ 50808 w 898714"/>
                <a:gd name="connsiteY15" fmla="*/ 773952 h 1226059"/>
                <a:gd name="connsiteX16" fmla="*/ 50968 w 898714"/>
                <a:gd name="connsiteY16" fmla="*/ 774240 h 1226059"/>
                <a:gd name="connsiteX17" fmla="*/ 51129 w 898714"/>
                <a:gd name="connsiteY17" fmla="*/ 774529 h 1226059"/>
                <a:gd name="connsiteX18" fmla="*/ 137630 w 898714"/>
                <a:gd name="connsiteY18" fmla="*/ 723527 h 1226059"/>
                <a:gd name="connsiteX19" fmla="*/ 137823 w 898714"/>
                <a:gd name="connsiteY19" fmla="*/ 723431 h 1226059"/>
                <a:gd name="connsiteX20" fmla="*/ 51129 w 898714"/>
                <a:gd name="connsiteY20" fmla="*/ 774529 h 1226059"/>
                <a:gd name="connsiteX21" fmla="*/ 259855 w 898714"/>
                <a:gd name="connsiteY21" fmla="*/ 1128654 h 1226059"/>
                <a:gd name="connsiteX22" fmla="*/ 346548 w 898714"/>
                <a:gd name="connsiteY22" fmla="*/ 1077556 h 1226059"/>
                <a:gd name="connsiteX23" fmla="*/ 346548 w 898714"/>
                <a:gd name="connsiteY23" fmla="*/ 1077556 h 1226059"/>
                <a:gd name="connsiteX24" fmla="*/ 259855 w 898714"/>
                <a:gd name="connsiteY24" fmla="*/ 1128654 h 1226059"/>
                <a:gd name="connsiteX25" fmla="*/ 278664 w 898714"/>
                <a:gd name="connsiteY25" fmla="*/ 1160558 h 1226059"/>
                <a:gd name="connsiteX26" fmla="*/ 313649 w 898714"/>
                <a:gd name="connsiteY26" fmla="*/ 1172659 h 1226059"/>
                <a:gd name="connsiteX27" fmla="*/ 410550 w 898714"/>
                <a:gd name="connsiteY27" fmla="*/ 1206200 h 1226059"/>
                <a:gd name="connsiteX28" fmla="*/ 410742 w 898714"/>
                <a:gd name="connsiteY28" fmla="*/ 1206264 h 1226059"/>
                <a:gd name="connsiteX29" fmla="*/ 410935 w 898714"/>
                <a:gd name="connsiteY29" fmla="*/ 1206328 h 1226059"/>
                <a:gd name="connsiteX30" fmla="*/ 892259 w 898714"/>
                <a:gd name="connsiteY30" fmla="*/ 930905 h 1226059"/>
                <a:gd name="connsiteX31" fmla="*/ 793850 w 898714"/>
                <a:gd name="connsiteY31" fmla="*/ 909818 h 1226059"/>
                <a:gd name="connsiteX32" fmla="*/ 793850 w 898714"/>
                <a:gd name="connsiteY32" fmla="*/ 909818 h 1226059"/>
                <a:gd name="connsiteX33" fmla="*/ 892227 w 898714"/>
                <a:gd name="connsiteY33" fmla="*/ 930905 h 1226059"/>
                <a:gd name="connsiteX34" fmla="*/ 892612 w 898714"/>
                <a:gd name="connsiteY34" fmla="*/ 929108 h 1226059"/>
                <a:gd name="connsiteX35" fmla="*/ 892933 w 898714"/>
                <a:gd name="connsiteY35" fmla="*/ 927310 h 1226059"/>
                <a:gd name="connsiteX36" fmla="*/ 852812 w 898714"/>
                <a:gd name="connsiteY36" fmla="*/ 676088 h 1226059"/>
                <a:gd name="connsiteX37" fmla="*/ 475995 w 898714"/>
                <a:gd name="connsiteY37" fmla="*/ 1015833 h 1226059"/>
                <a:gd name="connsiteX38" fmla="*/ 414465 w 898714"/>
                <a:gd name="connsiteY38" fmla="*/ 994521 h 1226059"/>
                <a:gd name="connsiteX39" fmla="*/ 224837 w 898714"/>
                <a:gd name="connsiteY39" fmla="*/ 672814 h 1226059"/>
                <a:gd name="connsiteX40" fmla="*/ 264284 w 898714"/>
                <a:gd name="connsiteY40" fmla="*/ 444542 h 1226059"/>
                <a:gd name="connsiteX41" fmla="*/ 413567 w 898714"/>
                <a:gd name="connsiteY41" fmla="*/ 313651 h 1226059"/>
                <a:gd name="connsiteX42" fmla="*/ 675638 w 898714"/>
                <a:gd name="connsiteY42" fmla="*/ 771512 h 1226059"/>
                <a:gd name="connsiteX43" fmla="*/ 695056 w 898714"/>
                <a:gd name="connsiteY43" fmla="*/ 890367 h 1226059"/>
                <a:gd name="connsiteX44" fmla="*/ 476027 w 898714"/>
                <a:gd name="connsiteY44" fmla="*/ 1015833 h 1226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898714" h="1226059">
                  <a:moveTo>
                    <a:pt x="852844" y="676056"/>
                  </a:moveTo>
                  <a:lnTo>
                    <a:pt x="764032" y="723431"/>
                  </a:lnTo>
                  <a:lnTo>
                    <a:pt x="764064" y="723431"/>
                  </a:lnTo>
                  <a:cubicBezTo>
                    <a:pt x="764064" y="723431"/>
                    <a:pt x="852844" y="676056"/>
                    <a:pt x="852844" y="676056"/>
                  </a:cubicBezTo>
                  <a:lnTo>
                    <a:pt x="852138" y="674740"/>
                  </a:lnTo>
                  <a:lnTo>
                    <a:pt x="851400" y="673424"/>
                  </a:lnTo>
                  <a:lnTo>
                    <a:pt x="527093" y="106850"/>
                  </a:lnTo>
                  <a:lnTo>
                    <a:pt x="439758" y="156857"/>
                  </a:lnTo>
                  <a:lnTo>
                    <a:pt x="439758" y="156857"/>
                  </a:lnTo>
                  <a:cubicBezTo>
                    <a:pt x="439758" y="156857"/>
                    <a:pt x="527093" y="106850"/>
                    <a:pt x="527093" y="106850"/>
                  </a:cubicBezTo>
                  <a:lnTo>
                    <a:pt x="465949" y="0"/>
                  </a:lnTo>
                  <a:lnTo>
                    <a:pt x="373413" y="81173"/>
                  </a:lnTo>
                  <a:lnTo>
                    <a:pt x="131114" y="293622"/>
                  </a:lnTo>
                  <a:lnTo>
                    <a:pt x="130858" y="293847"/>
                  </a:lnTo>
                  <a:lnTo>
                    <a:pt x="130601" y="294071"/>
                  </a:lnTo>
                  <a:cubicBezTo>
                    <a:pt x="-4527" y="414210"/>
                    <a:pt x="-41182" y="615554"/>
                    <a:pt x="50808" y="773952"/>
                  </a:cubicBezTo>
                  <a:lnTo>
                    <a:pt x="50968" y="774240"/>
                  </a:lnTo>
                  <a:lnTo>
                    <a:pt x="51129" y="774529"/>
                  </a:lnTo>
                  <a:lnTo>
                    <a:pt x="137630" y="723527"/>
                  </a:lnTo>
                  <a:lnTo>
                    <a:pt x="137823" y="723431"/>
                  </a:lnTo>
                  <a:lnTo>
                    <a:pt x="51129" y="774529"/>
                  </a:lnTo>
                  <a:lnTo>
                    <a:pt x="259855" y="1128654"/>
                  </a:lnTo>
                  <a:lnTo>
                    <a:pt x="346548" y="1077556"/>
                  </a:lnTo>
                  <a:lnTo>
                    <a:pt x="346548" y="1077556"/>
                  </a:lnTo>
                  <a:cubicBezTo>
                    <a:pt x="346548" y="1077556"/>
                    <a:pt x="259855" y="1128654"/>
                    <a:pt x="259855" y="1128654"/>
                  </a:cubicBezTo>
                  <a:lnTo>
                    <a:pt x="278664" y="1160558"/>
                  </a:lnTo>
                  <a:lnTo>
                    <a:pt x="313649" y="1172659"/>
                  </a:lnTo>
                  <a:lnTo>
                    <a:pt x="410550" y="1206200"/>
                  </a:lnTo>
                  <a:lnTo>
                    <a:pt x="410742" y="1206264"/>
                  </a:lnTo>
                  <a:lnTo>
                    <a:pt x="410935" y="1206328"/>
                  </a:lnTo>
                  <a:cubicBezTo>
                    <a:pt x="622710" y="1278643"/>
                    <a:pt x="846489" y="1144381"/>
                    <a:pt x="892259" y="930905"/>
                  </a:cubicBezTo>
                  <a:lnTo>
                    <a:pt x="793850" y="909818"/>
                  </a:lnTo>
                  <a:lnTo>
                    <a:pt x="793850" y="909818"/>
                  </a:lnTo>
                  <a:cubicBezTo>
                    <a:pt x="793850" y="909818"/>
                    <a:pt x="892227" y="930905"/>
                    <a:pt x="892227" y="930905"/>
                  </a:cubicBezTo>
                  <a:lnTo>
                    <a:pt x="892612" y="929108"/>
                  </a:lnTo>
                  <a:lnTo>
                    <a:pt x="892933" y="927310"/>
                  </a:lnTo>
                  <a:cubicBezTo>
                    <a:pt x="908083" y="841387"/>
                    <a:pt x="893030" y="751516"/>
                    <a:pt x="852812" y="676088"/>
                  </a:cubicBezTo>
                  <a:close/>
                  <a:moveTo>
                    <a:pt x="475995" y="1015833"/>
                  </a:moveTo>
                  <a:lnTo>
                    <a:pt x="414465" y="994521"/>
                  </a:lnTo>
                  <a:lnTo>
                    <a:pt x="224837" y="672814"/>
                  </a:lnTo>
                  <a:cubicBezTo>
                    <a:pt x="182662" y="600115"/>
                    <a:pt x="198197" y="503343"/>
                    <a:pt x="264284" y="444542"/>
                  </a:cubicBezTo>
                  <a:lnTo>
                    <a:pt x="413567" y="313651"/>
                  </a:lnTo>
                  <a:lnTo>
                    <a:pt x="675638" y="771512"/>
                  </a:lnTo>
                  <a:cubicBezTo>
                    <a:pt x="694446" y="807204"/>
                    <a:pt x="701668" y="850342"/>
                    <a:pt x="695056" y="890367"/>
                  </a:cubicBezTo>
                  <a:cubicBezTo>
                    <a:pt x="672909" y="988968"/>
                    <a:pt x="569365" y="1047706"/>
                    <a:pt x="476027" y="1015833"/>
                  </a:cubicBezTo>
                  <a:close/>
                </a:path>
              </a:pathLst>
            </a:custGeom>
            <a:solidFill>
              <a:schemeClr val="bg1"/>
            </a:solidFill>
            <a:ln w="3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Cirkel: leeg 16">
              <a:extLst>
                <a:ext uri="{FF2B5EF4-FFF2-40B4-BE49-F238E27FC236}">
                  <a16:creationId xmlns:a16="http://schemas.microsoft.com/office/drawing/2014/main" id="{91B130BD-30F7-79B2-17FA-F0BF462677F5}"/>
                </a:ext>
              </a:extLst>
            </p:cNvPr>
            <p:cNvSpPr/>
            <p:nvPr/>
          </p:nvSpPr>
          <p:spPr>
            <a:xfrm rot="2700000">
              <a:off x="5599409" y="2528909"/>
              <a:ext cx="1773722" cy="1773722"/>
            </a:xfrm>
            <a:prstGeom prst="donut">
              <a:avLst>
                <a:gd name="adj" fmla="val 10873"/>
              </a:avLst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ep 17">
            <a:extLst>
              <a:ext uri="{FF2B5EF4-FFF2-40B4-BE49-F238E27FC236}">
                <a16:creationId xmlns:a16="http://schemas.microsoft.com/office/drawing/2014/main" id="{77B0B8B6-AB77-D4A0-BC8D-DEC032229B7B}"/>
              </a:ext>
            </a:extLst>
          </p:cNvPr>
          <p:cNvGrpSpPr/>
          <p:nvPr userDrawn="1"/>
        </p:nvGrpSpPr>
        <p:grpSpPr>
          <a:xfrm rot="3524777">
            <a:off x="5411436" y="2857131"/>
            <a:ext cx="1801789" cy="1773722"/>
            <a:chOff x="5571341" y="2528909"/>
            <a:chExt cx="1801789" cy="1773722"/>
          </a:xfrm>
        </p:grpSpPr>
        <p:sp>
          <p:nvSpPr>
            <p:cNvPr id="19" name="Graphic 26">
              <a:extLst>
                <a:ext uri="{FF2B5EF4-FFF2-40B4-BE49-F238E27FC236}">
                  <a16:creationId xmlns:a16="http://schemas.microsoft.com/office/drawing/2014/main" id="{69910E08-530F-B8E3-9479-E16A6B75AD15}"/>
                </a:ext>
              </a:extLst>
            </p:cNvPr>
            <p:cNvSpPr/>
            <p:nvPr/>
          </p:nvSpPr>
          <p:spPr>
            <a:xfrm rot="14397986">
              <a:off x="5658968" y="2682924"/>
              <a:ext cx="481154" cy="656408"/>
            </a:xfrm>
            <a:custGeom>
              <a:avLst/>
              <a:gdLst>
                <a:gd name="connsiteX0" fmla="*/ 852844 w 898714"/>
                <a:gd name="connsiteY0" fmla="*/ 676056 h 1226059"/>
                <a:gd name="connsiteX1" fmla="*/ 764032 w 898714"/>
                <a:gd name="connsiteY1" fmla="*/ 723431 h 1226059"/>
                <a:gd name="connsiteX2" fmla="*/ 764064 w 898714"/>
                <a:gd name="connsiteY2" fmla="*/ 723431 h 1226059"/>
                <a:gd name="connsiteX3" fmla="*/ 852844 w 898714"/>
                <a:gd name="connsiteY3" fmla="*/ 676056 h 1226059"/>
                <a:gd name="connsiteX4" fmla="*/ 852138 w 898714"/>
                <a:gd name="connsiteY4" fmla="*/ 674740 h 1226059"/>
                <a:gd name="connsiteX5" fmla="*/ 851400 w 898714"/>
                <a:gd name="connsiteY5" fmla="*/ 673424 h 1226059"/>
                <a:gd name="connsiteX6" fmla="*/ 527093 w 898714"/>
                <a:gd name="connsiteY6" fmla="*/ 106850 h 1226059"/>
                <a:gd name="connsiteX7" fmla="*/ 439758 w 898714"/>
                <a:gd name="connsiteY7" fmla="*/ 156857 h 1226059"/>
                <a:gd name="connsiteX8" fmla="*/ 439758 w 898714"/>
                <a:gd name="connsiteY8" fmla="*/ 156857 h 1226059"/>
                <a:gd name="connsiteX9" fmla="*/ 527093 w 898714"/>
                <a:gd name="connsiteY9" fmla="*/ 106850 h 1226059"/>
                <a:gd name="connsiteX10" fmla="*/ 465949 w 898714"/>
                <a:gd name="connsiteY10" fmla="*/ 0 h 1226059"/>
                <a:gd name="connsiteX11" fmla="*/ 373413 w 898714"/>
                <a:gd name="connsiteY11" fmla="*/ 81173 h 1226059"/>
                <a:gd name="connsiteX12" fmla="*/ 131114 w 898714"/>
                <a:gd name="connsiteY12" fmla="*/ 293622 h 1226059"/>
                <a:gd name="connsiteX13" fmla="*/ 130858 w 898714"/>
                <a:gd name="connsiteY13" fmla="*/ 293847 h 1226059"/>
                <a:gd name="connsiteX14" fmla="*/ 130601 w 898714"/>
                <a:gd name="connsiteY14" fmla="*/ 294071 h 1226059"/>
                <a:gd name="connsiteX15" fmla="*/ 50808 w 898714"/>
                <a:gd name="connsiteY15" fmla="*/ 773952 h 1226059"/>
                <a:gd name="connsiteX16" fmla="*/ 50968 w 898714"/>
                <a:gd name="connsiteY16" fmla="*/ 774240 h 1226059"/>
                <a:gd name="connsiteX17" fmla="*/ 51129 w 898714"/>
                <a:gd name="connsiteY17" fmla="*/ 774529 h 1226059"/>
                <a:gd name="connsiteX18" fmla="*/ 137630 w 898714"/>
                <a:gd name="connsiteY18" fmla="*/ 723527 h 1226059"/>
                <a:gd name="connsiteX19" fmla="*/ 137823 w 898714"/>
                <a:gd name="connsiteY19" fmla="*/ 723431 h 1226059"/>
                <a:gd name="connsiteX20" fmla="*/ 51129 w 898714"/>
                <a:gd name="connsiteY20" fmla="*/ 774529 h 1226059"/>
                <a:gd name="connsiteX21" fmla="*/ 259855 w 898714"/>
                <a:gd name="connsiteY21" fmla="*/ 1128654 h 1226059"/>
                <a:gd name="connsiteX22" fmla="*/ 346548 w 898714"/>
                <a:gd name="connsiteY22" fmla="*/ 1077556 h 1226059"/>
                <a:gd name="connsiteX23" fmla="*/ 346548 w 898714"/>
                <a:gd name="connsiteY23" fmla="*/ 1077556 h 1226059"/>
                <a:gd name="connsiteX24" fmla="*/ 259855 w 898714"/>
                <a:gd name="connsiteY24" fmla="*/ 1128654 h 1226059"/>
                <a:gd name="connsiteX25" fmla="*/ 278664 w 898714"/>
                <a:gd name="connsiteY25" fmla="*/ 1160558 h 1226059"/>
                <a:gd name="connsiteX26" fmla="*/ 313649 w 898714"/>
                <a:gd name="connsiteY26" fmla="*/ 1172659 h 1226059"/>
                <a:gd name="connsiteX27" fmla="*/ 410550 w 898714"/>
                <a:gd name="connsiteY27" fmla="*/ 1206200 h 1226059"/>
                <a:gd name="connsiteX28" fmla="*/ 410742 w 898714"/>
                <a:gd name="connsiteY28" fmla="*/ 1206264 h 1226059"/>
                <a:gd name="connsiteX29" fmla="*/ 410935 w 898714"/>
                <a:gd name="connsiteY29" fmla="*/ 1206328 h 1226059"/>
                <a:gd name="connsiteX30" fmla="*/ 892259 w 898714"/>
                <a:gd name="connsiteY30" fmla="*/ 930905 h 1226059"/>
                <a:gd name="connsiteX31" fmla="*/ 793850 w 898714"/>
                <a:gd name="connsiteY31" fmla="*/ 909818 h 1226059"/>
                <a:gd name="connsiteX32" fmla="*/ 793850 w 898714"/>
                <a:gd name="connsiteY32" fmla="*/ 909818 h 1226059"/>
                <a:gd name="connsiteX33" fmla="*/ 892227 w 898714"/>
                <a:gd name="connsiteY33" fmla="*/ 930905 h 1226059"/>
                <a:gd name="connsiteX34" fmla="*/ 892612 w 898714"/>
                <a:gd name="connsiteY34" fmla="*/ 929108 h 1226059"/>
                <a:gd name="connsiteX35" fmla="*/ 892933 w 898714"/>
                <a:gd name="connsiteY35" fmla="*/ 927310 h 1226059"/>
                <a:gd name="connsiteX36" fmla="*/ 852812 w 898714"/>
                <a:gd name="connsiteY36" fmla="*/ 676088 h 1226059"/>
                <a:gd name="connsiteX37" fmla="*/ 475995 w 898714"/>
                <a:gd name="connsiteY37" fmla="*/ 1015833 h 1226059"/>
                <a:gd name="connsiteX38" fmla="*/ 414465 w 898714"/>
                <a:gd name="connsiteY38" fmla="*/ 994521 h 1226059"/>
                <a:gd name="connsiteX39" fmla="*/ 224837 w 898714"/>
                <a:gd name="connsiteY39" fmla="*/ 672814 h 1226059"/>
                <a:gd name="connsiteX40" fmla="*/ 264284 w 898714"/>
                <a:gd name="connsiteY40" fmla="*/ 444542 h 1226059"/>
                <a:gd name="connsiteX41" fmla="*/ 413567 w 898714"/>
                <a:gd name="connsiteY41" fmla="*/ 313651 h 1226059"/>
                <a:gd name="connsiteX42" fmla="*/ 675638 w 898714"/>
                <a:gd name="connsiteY42" fmla="*/ 771512 h 1226059"/>
                <a:gd name="connsiteX43" fmla="*/ 695056 w 898714"/>
                <a:gd name="connsiteY43" fmla="*/ 890367 h 1226059"/>
                <a:gd name="connsiteX44" fmla="*/ 476027 w 898714"/>
                <a:gd name="connsiteY44" fmla="*/ 1015833 h 1226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898714" h="1226059">
                  <a:moveTo>
                    <a:pt x="852844" y="676056"/>
                  </a:moveTo>
                  <a:lnTo>
                    <a:pt x="764032" y="723431"/>
                  </a:lnTo>
                  <a:lnTo>
                    <a:pt x="764064" y="723431"/>
                  </a:lnTo>
                  <a:cubicBezTo>
                    <a:pt x="764064" y="723431"/>
                    <a:pt x="852844" y="676056"/>
                    <a:pt x="852844" y="676056"/>
                  </a:cubicBezTo>
                  <a:lnTo>
                    <a:pt x="852138" y="674740"/>
                  </a:lnTo>
                  <a:lnTo>
                    <a:pt x="851400" y="673424"/>
                  </a:lnTo>
                  <a:lnTo>
                    <a:pt x="527093" y="106850"/>
                  </a:lnTo>
                  <a:lnTo>
                    <a:pt x="439758" y="156857"/>
                  </a:lnTo>
                  <a:lnTo>
                    <a:pt x="439758" y="156857"/>
                  </a:lnTo>
                  <a:cubicBezTo>
                    <a:pt x="439758" y="156857"/>
                    <a:pt x="527093" y="106850"/>
                    <a:pt x="527093" y="106850"/>
                  </a:cubicBezTo>
                  <a:lnTo>
                    <a:pt x="465949" y="0"/>
                  </a:lnTo>
                  <a:lnTo>
                    <a:pt x="373413" y="81173"/>
                  </a:lnTo>
                  <a:lnTo>
                    <a:pt x="131114" y="293622"/>
                  </a:lnTo>
                  <a:lnTo>
                    <a:pt x="130858" y="293847"/>
                  </a:lnTo>
                  <a:lnTo>
                    <a:pt x="130601" y="294071"/>
                  </a:lnTo>
                  <a:cubicBezTo>
                    <a:pt x="-4527" y="414210"/>
                    <a:pt x="-41182" y="615554"/>
                    <a:pt x="50808" y="773952"/>
                  </a:cubicBezTo>
                  <a:lnTo>
                    <a:pt x="50968" y="774240"/>
                  </a:lnTo>
                  <a:lnTo>
                    <a:pt x="51129" y="774529"/>
                  </a:lnTo>
                  <a:lnTo>
                    <a:pt x="137630" y="723527"/>
                  </a:lnTo>
                  <a:lnTo>
                    <a:pt x="137823" y="723431"/>
                  </a:lnTo>
                  <a:lnTo>
                    <a:pt x="51129" y="774529"/>
                  </a:lnTo>
                  <a:lnTo>
                    <a:pt x="259855" y="1128654"/>
                  </a:lnTo>
                  <a:lnTo>
                    <a:pt x="346548" y="1077556"/>
                  </a:lnTo>
                  <a:lnTo>
                    <a:pt x="346548" y="1077556"/>
                  </a:lnTo>
                  <a:cubicBezTo>
                    <a:pt x="346548" y="1077556"/>
                    <a:pt x="259855" y="1128654"/>
                    <a:pt x="259855" y="1128654"/>
                  </a:cubicBezTo>
                  <a:lnTo>
                    <a:pt x="278664" y="1160558"/>
                  </a:lnTo>
                  <a:lnTo>
                    <a:pt x="313649" y="1172659"/>
                  </a:lnTo>
                  <a:lnTo>
                    <a:pt x="410550" y="1206200"/>
                  </a:lnTo>
                  <a:lnTo>
                    <a:pt x="410742" y="1206264"/>
                  </a:lnTo>
                  <a:lnTo>
                    <a:pt x="410935" y="1206328"/>
                  </a:lnTo>
                  <a:cubicBezTo>
                    <a:pt x="622710" y="1278643"/>
                    <a:pt x="846489" y="1144381"/>
                    <a:pt x="892259" y="930905"/>
                  </a:cubicBezTo>
                  <a:lnTo>
                    <a:pt x="793850" y="909818"/>
                  </a:lnTo>
                  <a:lnTo>
                    <a:pt x="793850" y="909818"/>
                  </a:lnTo>
                  <a:cubicBezTo>
                    <a:pt x="793850" y="909818"/>
                    <a:pt x="892227" y="930905"/>
                    <a:pt x="892227" y="930905"/>
                  </a:cubicBezTo>
                  <a:lnTo>
                    <a:pt x="892612" y="929108"/>
                  </a:lnTo>
                  <a:lnTo>
                    <a:pt x="892933" y="927310"/>
                  </a:lnTo>
                  <a:cubicBezTo>
                    <a:pt x="908083" y="841387"/>
                    <a:pt x="893030" y="751516"/>
                    <a:pt x="852812" y="676088"/>
                  </a:cubicBezTo>
                  <a:close/>
                  <a:moveTo>
                    <a:pt x="475995" y="1015833"/>
                  </a:moveTo>
                  <a:lnTo>
                    <a:pt x="414465" y="994521"/>
                  </a:lnTo>
                  <a:lnTo>
                    <a:pt x="224837" y="672814"/>
                  </a:lnTo>
                  <a:cubicBezTo>
                    <a:pt x="182662" y="600115"/>
                    <a:pt x="198197" y="503343"/>
                    <a:pt x="264284" y="444542"/>
                  </a:cubicBezTo>
                  <a:lnTo>
                    <a:pt x="413567" y="313651"/>
                  </a:lnTo>
                  <a:lnTo>
                    <a:pt x="675638" y="771512"/>
                  </a:lnTo>
                  <a:cubicBezTo>
                    <a:pt x="694446" y="807204"/>
                    <a:pt x="701668" y="850342"/>
                    <a:pt x="695056" y="890367"/>
                  </a:cubicBezTo>
                  <a:cubicBezTo>
                    <a:pt x="672909" y="988968"/>
                    <a:pt x="569365" y="1047706"/>
                    <a:pt x="476027" y="1015833"/>
                  </a:cubicBezTo>
                  <a:close/>
                </a:path>
              </a:pathLst>
            </a:custGeom>
            <a:solidFill>
              <a:schemeClr val="bg1"/>
            </a:solidFill>
            <a:ln w="3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Cirkel: leeg 19">
              <a:extLst>
                <a:ext uri="{FF2B5EF4-FFF2-40B4-BE49-F238E27FC236}">
                  <a16:creationId xmlns:a16="http://schemas.microsoft.com/office/drawing/2014/main" id="{15E16317-5DBB-C219-23A5-812B4CE241D3}"/>
                </a:ext>
              </a:extLst>
            </p:cNvPr>
            <p:cNvSpPr/>
            <p:nvPr/>
          </p:nvSpPr>
          <p:spPr>
            <a:xfrm rot="2700000">
              <a:off x="5599408" y="2528909"/>
              <a:ext cx="1773722" cy="1773722"/>
            </a:xfrm>
            <a:prstGeom prst="donut">
              <a:avLst>
                <a:gd name="adj" fmla="val 10873"/>
              </a:avLst>
            </a:prstGeom>
            <a:solidFill>
              <a:schemeClr val="accent3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ep 20">
            <a:extLst>
              <a:ext uri="{FF2B5EF4-FFF2-40B4-BE49-F238E27FC236}">
                <a16:creationId xmlns:a16="http://schemas.microsoft.com/office/drawing/2014/main" id="{5E50D25E-51E2-46F1-55B6-2C41F5F20E0B}"/>
              </a:ext>
            </a:extLst>
          </p:cNvPr>
          <p:cNvGrpSpPr/>
          <p:nvPr userDrawn="1"/>
        </p:nvGrpSpPr>
        <p:grpSpPr>
          <a:xfrm rot="7234961">
            <a:off x="5008267" y="2869489"/>
            <a:ext cx="1801790" cy="1773722"/>
            <a:chOff x="5571341" y="2528909"/>
            <a:chExt cx="1801790" cy="1773722"/>
          </a:xfrm>
        </p:grpSpPr>
        <p:sp>
          <p:nvSpPr>
            <p:cNvPr id="22" name="Graphic 26">
              <a:extLst>
                <a:ext uri="{FF2B5EF4-FFF2-40B4-BE49-F238E27FC236}">
                  <a16:creationId xmlns:a16="http://schemas.microsoft.com/office/drawing/2014/main" id="{A92F7725-9AC0-B73D-EE7A-5B3D85C45024}"/>
                </a:ext>
              </a:extLst>
            </p:cNvPr>
            <p:cNvSpPr/>
            <p:nvPr/>
          </p:nvSpPr>
          <p:spPr>
            <a:xfrm rot="14397986">
              <a:off x="5658968" y="2682924"/>
              <a:ext cx="481154" cy="656408"/>
            </a:xfrm>
            <a:custGeom>
              <a:avLst/>
              <a:gdLst>
                <a:gd name="connsiteX0" fmla="*/ 852844 w 898714"/>
                <a:gd name="connsiteY0" fmla="*/ 676056 h 1226059"/>
                <a:gd name="connsiteX1" fmla="*/ 764032 w 898714"/>
                <a:gd name="connsiteY1" fmla="*/ 723431 h 1226059"/>
                <a:gd name="connsiteX2" fmla="*/ 764064 w 898714"/>
                <a:gd name="connsiteY2" fmla="*/ 723431 h 1226059"/>
                <a:gd name="connsiteX3" fmla="*/ 852844 w 898714"/>
                <a:gd name="connsiteY3" fmla="*/ 676056 h 1226059"/>
                <a:gd name="connsiteX4" fmla="*/ 852138 w 898714"/>
                <a:gd name="connsiteY4" fmla="*/ 674740 h 1226059"/>
                <a:gd name="connsiteX5" fmla="*/ 851400 w 898714"/>
                <a:gd name="connsiteY5" fmla="*/ 673424 h 1226059"/>
                <a:gd name="connsiteX6" fmla="*/ 527093 w 898714"/>
                <a:gd name="connsiteY6" fmla="*/ 106850 h 1226059"/>
                <a:gd name="connsiteX7" fmla="*/ 439758 w 898714"/>
                <a:gd name="connsiteY7" fmla="*/ 156857 h 1226059"/>
                <a:gd name="connsiteX8" fmla="*/ 439758 w 898714"/>
                <a:gd name="connsiteY8" fmla="*/ 156857 h 1226059"/>
                <a:gd name="connsiteX9" fmla="*/ 527093 w 898714"/>
                <a:gd name="connsiteY9" fmla="*/ 106850 h 1226059"/>
                <a:gd name="connsiteX10" fmla="*/ 465949 w 898714"/>
                <a:gd name="connsiteY10" fmla="*/ 0 h 1226059"/>
                <a:gd name="connsiteX11" fmla="*/ 373413 w 898714"/>
                <a:gd name="connsiteY11" fmla="*/ 81173 h 1226059"/>
                <a:gd name="connsiteX12" fmla="*/ 131114 w 898714"/>
                <a:gd name="connsiteY12" fmla="*/ 293622 h 1226059"/>
                <a:gd name="connsiteX13" fmla="*/ 130858 w 898714"/>
                <a:gd name="connsiteY13" fmla="*/ 293847 h 1226059"/>
                <a:gd name="connsiteX14" fmla="*/ 130601 w 898714"/>
                <a:gd name="connsiteY14" fmla="*/ 294071 h 1226059"/>
                <a:gd name="connsiteX15" fmla="*/ 50808 w 898714"/>
                <a:gd name="connsiteY15" fmla="*/ 773952 h 1226059"/>
                <a:gd name="connsiteX16" fmla="*/ 50968 w 898714"/>
                <a:gd name="connsiteY16" fmla="*/ 774240 h 1226059"/>
                <a:gd name="connsiteX17" fmla="*/ 51129 w 898714"/>
                <a:gd name="connsiteY17" fmla="*/ 774529 h 1226059"/>
                <a:gd name="connsiteX18" fmla="*/ 137630 w 898714"/>
                <a:gd name="connsiteY18" fmla="*/ 723527 h 1226059"/>
                <a:gd name="connsiteX19" fmla="*/ 137823 w 898714"/>
                <a:gd name="connsiteY19" fmla="*/ 723431 h 1226059"/>
                <a:gd name="connsiteX20" fmla="*/ 51129 w 898714"/>
                <a:gd name="connsiteY20" fmla="*/ 774529 h 1226059"/>
                <a:gd name="connsiteX21" fmla="*/ 259855 w 898714"/>
                <a:gd name="connsiteY21" fmla="*/ 1128654 h 1226059"/>
                <a:gd name="connsiteX22" fmla="*/ 346548 w 898714"/>
                <a:gd name="connsiteY22" fmla="*/ 1077556 h 1226059"/>
                <a:gd name="connsiteX23" fmla="*/ 346548 w 898714"/>
                <a:gd name="connsiteY23" fmla="*/ 1077556 h 1226059"/>
                <a:gd name="connsiteX24" fmla="*/ 259855 w 898714"/>
                <a:gd name="connsiteY24" fmla="*/ 1128654 h 1226059"/>
                <a:gd name="connsiteX25" fmla="*/ 278664 w 898714"/>
                <a:gd name="connsiteY25" fmla="*/ 1160558 h 1226059"/>
                <a:gd name="connsiteX26" fmla="*/ 313649 w 898714"/>
                <a:gd name="connsiteY26" fmla="*/ 1172659 h 1226059"/>
                <a:gd name="connsiteX27" fmla="*/ 410550 w 898714"/>
                <a:gd name="connsiteY27" fmla="*/ 1206200 h 1226059"/>
                <a:gd name="connsiteX28" fmla="*/ 410742 w 898714"/>
                <a:gd name="connsiteY28" fmla="*/ 1206264 h 1226059"/>
                <a:gd name="connsiteX29" fmla="*/ 410935 w 898714"/>
                <a:gd name="connsiteY29" fmla="*/ 1206328 h 1226059"/>
                <a:gd name="connsiteX30" fmla="*/ 892259 w 898714"/>
                <a:gd name="connsiteY30" fmla="*/ 930905 h 1226059"/>
                <a:gd name="connsiteX31" fmla="*/ 793850 w 898714"/>
                <a:gd name="connsiteY31" fmla="*/ 909818 h 1226059"/>
                <a:gd name="connsiteX32" fmla="*/ 793850 w 898714"/>
                <a:gd name="connsiteY32" fmla="*/ 909818 h 1226059"/>
                <a:gd name="connsiteX33" fmla="*/ 892227 w 898714"/>
                <a:gd name="connsiteY33" fmla="*/ 930905 h 1226059"/>
                <a:gd name="connsiteX34" fmla="*/ 892612 w 898714"/>
                <a:gd name="connsiteY34" fmla="*/ 929108 h 1226059"/>
                <a:gd name="connsiteX35" fmla="*/ 892933 w 898714"/>
                <a:gd name="connsiteY35" fmla="*/ 927310 h 1226059"/>
                <a:gd name="connsiteX36" fmla="*/ 852812 w 898714"/>
                <a:gd name="connsiteY36" fmla="*/ 676088 h 1226059"/>
                <a:gd name="connsiteX37" fmla="*/ 475995 w 898714"/>
                <a:gd name="connsiteY37" fmla="*/ 1015833 h 1226059"/>
                <a:gd name="connsiteX38" fmla="*/ 414465 w 898714"/>
                <a:gd name="connsiteY38" fmla="*/ 994521 h 1226059"/>
                <a:gd name="connsiteX39" fmla="*/ 224837 w 898714"/>
                <a:gd name="connsiteY39" fmla="*/ 672814 h 1226059"/>
                <a:gd name="connsiteX40" fmla="*/ 264284 w 898714"/>
                <a:gd name="connsiteY40" fmla="*/ 444542 h 1226059"/>
                <a:gd name="connsiteX41" fmla="*/ 413567 w 898714"/>
                <a:gd name="connsiteY41" fmla="*/ 313651 h 1226059"/>
                <a:gd name="connsiteX42" fmla="*/ 675638 w 898714"/>
                <a:gd name="connsiteY42" fmla="*/ 771512 h 1226059"/>
                <a:gd name="connsiteX43" fmla="*/ 695056 w 898714"/>
                <a:gd name="connsiteY43" fmla="*/ 890367 h 1226059"/>
                <a:gd name="connsiteX44" fmla="*/ 476027 w 898714"/>
                <a:gd name="connsiteY44" fmla="*/ 1015833 h 1226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898714" h="1226059">
                  <a:moveTo>
                    <a:pt x="852844" y="676056"/>
                  </a:moveTo>
                  <a:lnTo>
                    <a:pt x="764032" y="723431"/>
                  </a:lnTo>
                  <a:lnTo>
                    <a:pt x="764064" y="723431"/>
                  </a:lnTo>
                  <a:cubicBezTo>
                    <a:pt x="764064" y="723431"/>
                    <a:pt x="852844" y="676056"/>
                    <a:pt x="852844" y="676056"/>
                  </a:cubicBezTo>
                  <a:lnTo>
                    <a:pt x="852138" y="674740"/>
                  </a:lnTo>
                  <a:lnTo>
                    <a:pt x="851400" y="673424"/>
                  </a:lnTo>
                  <a:lnTo>
                    <a:pt x="527093" y="106850"/>
                  </a:lnTo>
                  <a:lnTo>
                    <a:pt x="439758" y="156857"/>
                  </a:lnTo>
                  <a:lnTo>
                    <a:pt x="439758" y="156857"/>
                  </a:lnTo>
                  <a:cubicBezTo>
                    <a:pt x="439758" y="156857"/>
                    <a:pt x="527093" y="106850"/>
                    <a:pt x="527093" y="106850"/>
                  </a:cubicBezTo>
                  <a:lnTo>
                    <a:pt x="465949" y="0"/>
                  </a:lnTo>
                  <a:lnTo>
                    <a:pt x="373413" y="81173"/>
                  </a:lnTo>
                  <a:lnTo>
                    <a:pt x="131114" y="293622"/>
                  </a:lnTo>
                  <a:lnTo>
                    <a:pt x="130858" y="293847"/>
                  </a:lnTo>
                  <a:lnTo>
                    <a:pt x="130601" y="294071"/>
                  </a:lnTo>
                  <a:cubicBezTo>
                    <a:pt x="-4527" y="414210"/>
                    <a:pt x="-41182" y="615554"/>
                    <a:pt x="50808" y="773952"/>
                  </a:cubicBezTo>
                  <a:lnTo>
                    <a:pt x="50968" y="774240"/>
                  </a:lnTo>
                  <a:lnTo>
                    <a:pt x="51129" y="774529"/>
                  </a:lnTo>
                  <a:lnTo>
                    <a:pt x="137630" y="723527"/>
                  </a:lnTo>
                  <a:lnTo>
                    <a:pt x="137823" y="723431"/>
                  </a:lnTo>
                  <a:lnTo>
                    <a:pt x="51129" y="774529"/>
                  </a:lnTo>
                  <a:lnTo>
                    <a:pt x="259855" y="1128654"/>
                  </a:lnTo>
                  <a:lnTo>
                    <a:pt x="346548" y="1077556"/>
                  </a:lnTo>
                  <a:lnTo>
                    <a:pt x="346548" y="1077556"/>
                  </a:lnTo>
                  <a:cubicBezTo>
                    <a:pt x="346548" y="1077556"/>
                    <a:pt x="259855" y="1128654"/>
                    <a:pt x="259855" y="1128654"/>
                  </a:cubicBezTo>
                  <a:lnTo>
                    <a:pt x="278664" y="1160558"/>
                  </a:lnTo>
                  <a:lnTo>
                    <a:pt x="313649" y="1172659"/>
                  </a:lnTo>
                  <a:lnTo>
                    <a:pt x="410550" y="1206200"/>
                  </a:lnTo>
                  <a:lnTo>
                    <a:pt x="410742" y="1206264"/>
                  </a:lnTo>
                  <a:lnTo>
                    <a:pt x="410935" y="1206328"/>
                  </a:lnTo>
                  <a:cubicBezTo>
                    <a:pt x="622710" y="1278643"/>
                    <a:pt x="846489" y="1144381"/>
                    <a:pt x="892259" y="930905"/>
                  </a:cubicBezTo>
                  <a:lnTo>
                    <a:pt x="793850" y="909818"/>
                  </a:lnTo>
                  <a:lnTo>
                    <a:pt x="793850" y="909818"/>
                  </a:lnTo>
                  <a:cubicBezTo>
                    <a:pt x="793850" y="909818"/>
                    <a:pt x="892227" y="930905"/>
                    <a:pt x="892227" y="930905"/>
                  </a:cubicBezTo>
                  <a:lnTo>
                    <a:pt x="892612" y="929108"/>
                  </a:lnTo>
                  <a:lnTo>
                    <a:pt x="892933" y="927310"/>
                  </a:lnTo>
                  <a:cubicBezTo>
                    <a:pt x="908083" y="841387"/>
                    <a:pt x="893030" y="751516"/>
                    <a:pt x="852812" y="676088"/>
                  </a:cubicBezTo>
                  <a:close/>
                  <a:moveTo>
                    <a:pt x="475995" y="1015833"/>
                  </a:moveTo>
                  <a:lnTo>
                    <a:pt x="414465" y="994521"/>
                  </a:lnTo>
                  <a:lnTo>
                    <a:pt x="224837" y="672814"/>
                  </a:lnTo>
                  <a:cubicBezTo>
                    <a:pt x="182662" y="600115"/>
                    <a:pt x="198197" y="503343"/>
                    <a:pt x="264284" y="444542"/>
                  </a:cubicBezTo>
                  <a:lnTo>
                    <a:pt x="413567" y="313651"/>
                  </a:lnTo>
                  <a:lnTo>
                    <a:pt x="675638" y="771512"/>
                  </a:lnTo>
                  <a:cubicBezTo>
                    <a:pt x="694446" y="807204"/>
                    <a:pt x="701668" y="850342"/>
                    <a:pt x="695056" y="890367"/>
                  </a:cubicBezTo>
                  <a:cubicBezTo>
                    <a:pt x="672909" y="988968"/>
                    <a:pt x="569365" y="1047706"/>
                    <a:pt x="476027" y="1015833"/>
                  </a:cubicBezTo>
                  <a:close/>
                </a:path>
              </a:pathLst>
            </a:custGeom>
            <a:solidFill>
              <a:schemeClr val="bg1"/>
            </a:solidFill>
            <a:ln w="3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" name="Cirkel: leeg 22">
              <a:extLst>
                <a:ext uri="{FF2B5EF4-FFF2-40B4-BE49-F238E27FC236}">
                  <a16:creationId xmlns:a16="http://schemas.microsoft.com/office/drawing/2014/main" id="{75CBE9A7-4C18-989C-EB0A-B7DFF2FB83B6}"/>
                </a:ext>
              </a:extLst>
            </p:cNvPr>
            <p:cNvSpPr/>
            <p:nvPr/>
          </p:nvSpPr>
          <p:spPr>
            <a:xfrm rot="2700000">
              <a:off x="5599409" y="2528909"/>
              <a:ext cx="1773722" cy="1773722"/>
            </a:xfrm>
            <a:prstGeom prst="donut">
              <a:avLst>
                <a:gd name="adj" fmla="val 10873"/>
              </a:avLst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ep 23">
            <a:extLst>
              <a:ext uri="{FF2B5EF4-FFF2-40B4-BE49-F238E27FC236}">
                <a16:creationId xmlns:a16="http://schemas.microsoft.com/office/drawing/2014/main" id="{1F56B1A5-0178-0A6F-509D-6E36392657FA}"/>
              </a:ext>
            </a:extLst>
          </p:cNvPr>
          <p:cNvGrpSpPr/>
          <p:nvPr userDrawn="1"/>
        </p:nvGrpSpPr>
        <p:grpSpPr>
          <a:xfrm rot="10800000">
            <a:off x="4813660" y="2557448"/>
            <a:ext cx="1801790" cy="1773722"/>
            <a:chOff x="5571341" y="2528909"/>
            <a:chExt cx="1801790" cy="1773722"/>
          </a:xfrm>
        </p:grpSpPr>
        <p:sp>
          <p:nvSpPr>
            <p:cNvPr id="25" name="Graphic 26">
              <a:extLst>
                <a:ext uri="{FF2B5EF4-FFF2-40B4-BE49-F238E27FC236}">
                  <a16:creationId xmlns:a16="http://schemas.microsoft.com/office/drawing/2014/main" id="{F6CCF1FD-7258-CAE4-0343-CDE26128CD3B}"/>
                </a:ext>
              </a:extLst>
            </p:cNvPr>
            <p:cNvSpPr/>
            <p:nvPr/>
          </p:nvSpPr>
          <p:spPr>
            <a:xfrm rot="14397986">
              <a:off x="5658968" y="2682924"/>
              <a:ext cx="481154" cy="656408"/>
            </a:xfrm>
            <a:custGeom>
              <a:avLst/>
              <a:gdLst>
                <a:gd name="connsiteX0" fmla="*/ 852844 w 898714"/>
                <a:gd name="connsiteY0" fmla="*/ 676056 h 1226059"/>
                <a:gd name="connsiteX1" fmla="*/ 764032 w 898714"/>
                <a:gd name="connsiteY1" fmla="*/ 723431 h 1226059"/>
                <a:gd name="connsiteX2" fmla="*/ 764064 w 898714"/>
                <a:gd name="connsiteY2" fmla="*/ 723431 h 1226059"/>
                <a:gd name="connsiteX3" fmla="*/ 852844 w 898714"/>
                <a:gd name="connsiteY3" fmla="*/ 676056 h 1226059"/>
                <a:gd name="connsiteX4" fmla="*/ 852138 w 898714"/>
                <a:gd name="connsiteY4" fmla="*/ 674740 h 1226059"/>
                <a:gd name="connsiteX5" fmla="*/ 851400 w 898714"/>
                <a:gd name="connsiteY5" fmla="*/ 673424 h 1226059"/>
                <a:gd name="connsiteX6" fmla="*/ 527093 w 898714"/>
                <a:gd name="connsiteY6" fmla="*/ 106850 h 1226059"/>
                <a:gd name="connsiteX7" fmla="*/ 439758 w 898714"/>
                <a:gd name="connsiteY7" fmla="*/ 156857 h 1226059"/>
                <a:gd name="connsiteX8" fmla="*/ 439758 w 898714"/>
                <a:gd name="connsiteY8" fmla="*/ 156857 h 1226059"/>
                <a:gd name="connsiteX9" fmla="*/ 527093 w 898714"/>
                <a:gd name="connsiteY9" fmla="*/ 106850 h 1226059"/>
                <a:gd name="connsiteX10" fmla="*/ 465949 w 898714"/>
                <a:gd name="connsiteY10" fmla="*/ 0 h 1226059"/>
                <a:gd name="connsiteX11" fmla="*/ 373413 w 898714"/>
                <a:gd name="connsiteY11" fmla="*/ 81173 h 1226059"/>
                <a:gd name="connsiteX12" fmla="*/ 131114 w 898714"/>
                <a:gd name="connsiteY12" fmla="*/ 293622 h 1226059"/>
                <a:gd name="connsiteX13" fmla="*/ 130858 w 898714"/>
                <a:gd name="connsiteY13" fmla="*/ 293847 h 1226059"/>
                <a:gd name="connsiteX14" fmla="*/ 130601 w 898714"/>
                <a:gd name="connsiteY14" fmla="*/ 294071 h 1226059"/>
                <a:gd name="connsiteX15" fmla="*/ 50808 w 898714"/>
                <a:gd name="connsiteY15" fmla="*/ 773952 h 1226059"/>
                <a:gd name="connsiteX16" fmla="*/ 50968 w 898714"/>
                <a:gd name="connsiteY16" fmla="*/ 774240 h 1226059"/>
                <a:gd name="connsiteX17" fmla="*/ 51129 w 898714"/>
                <a:gd name="connsiteY17" fmla="*/ 774529 h 1226059"/>
                <a:gd name="connsiteX18" fmla="*/ 137630 w 898714"/>
                <a:gd name="connsiteY18" fmla="*/ 723527 h 1226059"/>
                <a:gd name="connsiteX19" fmla="*/ 137823 w 898714"/>
                <a:gd name="connsiteY19" fmla="*/ 723431 h 1226059"/>
                <a:gd name="connsiteX20" fmla="*/ 51129 w 898714"/>
                <a:gd name="connsiteY20" fmla="*/ 774529 h 1226059"/>
                <a:gd name="connsiteX21" fmla="*/ 259855 w 898714"/>
                <a:gd name="connsiteY21" fmla="*/ 1128654 h 1226059"/>
                <a:gd name="connsiteX22" fmla="*/ 346548 w 898714"/>
                <a:gd name="connsiteY22" fmla="*/ 1077556 h 1226059"/>
                <a:gd name="connsiteX23" fmla="*/ 346548 w 898714"/>
                <a:gd name="connsiteY23" fmla="*/ 1077556 h 1226059"/>
                <a:gd name="connsiteX24" fmla="*/ 259855 w 898714"/>
                <a:gd name="connsiteY24" fmla="*/ 1128654 h 1226059"/>
                <a:gd name="connsiteX25" fmla="*/ 278664 w 898714"/>
                <a:gd name="connsiteY25" fmla="*/ 1160558 h 1226059"/>
                <a:gd name="connsiteX26" fmla="*/ 313649 w 898714"/>
                <a:gd name="connsiteY26" fmla="*/ 1172659 h 1226059"/>
                <a:gd name="connsiteX27" fmla="*/ 410550 w 898714"/>
                <a:gd name="connsiteY27" fmla="*/ 1206200 h 1226059"/>
                <a:gd name="connsiteX28" fmla="*/ 410742 w 898714"/>
                <a:gd name="connsiteY28" fmla="*/ 1206264 h 1226059"/>
                <a:gd name="connsiteX29" fmla="*/ 410935 w 898714"/>
                <a:gd name="connsiteY29" fmla="*/ 1206328 h 1226059"/>
                <a:gd name="connsiteX30" fmla="*/ 892259 w 898714"/>
                <a:gd name="connsiteY30" fmla="*/ 930905 h 1226059"/>
                <a:gd name="connsiteX31" fmla="*/ 793850 w 898714"/>
                <a:gd name="connsiteY31" fmla="*/ 909818 h 1226059"/>
                <a:gd name="connsiteX32" fmla="*/ 793850 w 898714"/>
                <a:gd name="connsiteY32" fmla="*/ 909818 h 1226059"/>
                <a:gd name="connsiteX33" fmla="*/ 892227 w 898714"/>
                <a:gd name="connsiteY33" fmla="*/ 930905 h 1226059"/>
                <a:gd name="connsiteX34" fmla="*/ 892612 w 898714"/>
                <a:gd name="connsiteY34" fmla="*/ 929108 h 1226059"/>
                <a:gd name="connsiteX35" fmla="*/ 892933 w 898714"/>
                <a:gd name="connsiteY35" fmla="*/ 927310 h 1226059"/>
                <a:gd name="connsiteX36" fmla="*/ 852812 w 898714"/>
                <a:gd name="connsiteY36" fmla="*/ 676088 h 1226059"/>
                <a:gd name="connsiteX37" fmla="*/ 475995 w 898714"/>
                <a:gd name="connsiteY37" fmla="*/ 1015833 h 1226059"/>
                <a:gd name="connsiteX38" fmla="*/ 414465 w 898714"/>
                <a:gd name="connsiteY38" fmla="*/ 994521 h 1226059"/>
                <a:gd name="connsiteX39" fmla="*/ 224837 w 898714"/>
                <a:gd name="connsiteY39" fmla="*/ 672814 h 1226059"/>
                <a:gd name="connsiteX40" fmla="*/ 264284 w 898714"/>
                <a:gd name="connsiteY40" fmla="*/ 444542 h 1226059"/>
                <a:gd name="connsiteX41" fmla="*/ 413567 w 898714"/>
                <a:gd name="connsiteY41" fmla="*/ 313651 h 1226059"/>
                <a:gd name="connsiteX42" fmla="*/ 675638 w 898714"/>
                <a:gd name="connsiteY42" fmla="*/ 771512 h 1226059"/>
                <a:gd name="connsiteX43" fmla="*/ 695056 w 898714"/>
                <a:gd name="connsiteY43" fmla="*/ 890367 h 1226059"/>
                <a:gd name="connsiteX44" fmla="*/ 476027 w 898714"/>
                <a:gd name="connsiteY44" fmla="*/ 1015833 h 1226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898714" h="1226059">
                  <a:moveTo>
                    <a:pt x="852844" y="676056"/>
                  </a:moveTo>
                  <a:lnTo>
                    <a:pt x="764032" y="723431"/>
                  </a:lnTo>
                  <a:lnTo>
                    <a:pt x="764064" y="723431"/>
                  </a:lnTo>
                  <a:cubicBezTo>
                    <a:pt x="764064" y="723431"/>
                    <a:pt x="852844" y="676056"/>
                    <a:pt x="852844" y="676056"/>
                  </a:cubicBezTo>
                  <a:lnTo>
                    <a:pt x="852138" y="674740"/>
                  </a:lnTo>
                  <a:lnTo>
                    <a:pt x="851400" y="673424"/>
                  </a:lnTo>
                  <a:lnTo>
                    <a:pt x="527093" y="106850"/>
                  </a:lnTo>
                  <a:lnTo>
                    <a:pt x="439758" y="156857"/>
                  </a:lnTo>
                  <a:lnTo>
                    <a:pt x="439758" y="156857"/>
                  </a:lnTo>
                  <a:cubicBezTo>
                    <a:pt x="439758" y="156857"/>
                    <a:pt x="527093" y="106850"/>
                    <a:pt x="527093" y="106850"/>
                  </a:cubicBezTo>
                  <a:lnTo>
                    <a:pt x="465949" y="0"/>
                  </a:lnTo>
                  <a:lnTo>
                    <a:pt x="373413" y="81173"/>
                  </a:lnTo>
                  <a:lnTo>
                    <a:pt x="131114" y="293622"/>
                  </a:lnTo>
                  <a:lnTo>
                    <a:pt x="130858" y="293847"/>
                  </a:lnTo>
                  <a:lnTo>
                    <a:pt x="130601" y="294071"/>
                  </a:lnTo>
                  <a:cubicBezTo>
                    <a:pt x="-4527" y="414210"/>
                    <a:pt x="-41182" y="615554"/>
                    <a:pt x="50808" y="773952"/>
                  </a:cubicBezTo>
                  <a:lnTo>
                    <a:pt x="50968" y="774240"/>
                  </a:lnTo>
                  <a:lnTo>
                    <a:pt x="51129" y="774529"/>
                  </a:lnTo>
                  <a:lnTo>
                    <a:pt x="137630" y="723527"/>
                  </a:lnTo>
                  <a:lnTo>
                    <a:pt x="137823" y="723431"/>
                  </a:lnTo>
                  <a:lnTo>
                    <a:pt x="51129" y="774529"/>
                  </a:lnTo>
                  <a:lnTo>
                    <a:pt x="259855" y="1128654"/>
                  </a:lnTo>
                  <a:lnTo>
                    <a:pt x="346548" y="1077556"/>
                  </a:lnTo>
                  <a:lnTo>
                    <a:pt x="346548" y="1077556"/>
                  </a:lnTo>
                  <a:cubicBezTo>
                    <a:pt x="346548" y="1077556"/>
                    <a:pt x="259855" y="1128654"/>
                    <a:pt x="259855" y="1128654"/>
                  </a:cubicBezTo>
                  <a:lnTo>
                    <a:pt x="278664" y="1160558"/>
                  </a:lnTo>
                  <a:lnTo>
                    <a:pt x="313649" y="1172659"/>
                  </a:lnTo>
                  <a:lnTo>
                    <a:pt x="410550" y="1206200"/>
                  </a:lnTo>
                  <a:lnTo>
                    <a:pt x="410742" y="1206264"/>
                  </a:lnTo>
                  <a:lnTo>
                    <a:pt x="410935" y="1206328"/>
                  </a:lnTo>
                  <a:cubicBezTo>
                    <a:pt x="622710" y="1278643"/>
                    <a:pt x="846489" y="1144381"/>
                    <a:pt x="892259" y="930905"/>
                  </a:cubicBezTo>
                  <a:lnTo>
                    <a:pt x="793850" y="909818"/>
                  </a:lnTo>
                  <a:lnTo>
                    <a:pt x="793850" y="909818"/>
                  </a:lnTo>
                  <a:cubicBezTo>
                    <a:pt x="793850" y="909818"/>
                    <a:pt x="892227" y="930905"/>
                    <a:pt x="892227" y="930905"/>
                  </a:cubicBezTo>
                  <a:lnTo>
                    <a:pt x="892612" y="929108"/>
                  </a:lnTo>
                  <a:lnTo>
                    <a:pt x="892933" y="927310"/>
                  </a:lnTo>
                  <a:cubicBezTo>
                    <a:pt x="908083" y="841387"/>
                    <a:pt x="893030" y="751516"/>
                    <a:pt x="852812" y="676088"/>
                  </a:cubicBezTo>
                  <a:close/>
                  <a:moveTo>
                    <a:pt x="475995" y="1015833"/>
                  </a:moveTo>
                  <a:lnTo>
                    <a:pt x="414465" y="994521"/>
                  </a:lnTo>
                  <a:lnTo>
                    <a:pt x="224837" y="672814"/>
                  </a:lnTo>
                  <a:cubicBezTo>
                    <a:pt x="182662" y="600115"/>
                    <a:pt x="198197" y="503343"/>
                    <a:pt x="264284" y="444542"/>
                  </a:cubicBezTo>
                  <a:lnTo>
                    <a:pt x="413567" y="313651"/>
                  </a:lnTo>
                  <a:lnTo>
                    <a:pt x="675638" y="771512"/>
                  </a:lnTo>
                  <a:cubicBezTo>
                    <a:pt x="694446" y="807204"/>
                    <a:pt x="701668" y="850342"/>
                    <a:pt x="695056" y="890367"/>
                  </a:cubicBezTo>
                  <a:cubicBezTo>
                    <a:pt x="672909" y="988968"/>
                    <a:pt x="569365" y="1047706"/>
                    <a:pt x="476027" y="1015833"/>
                  </a:cubicBezTo>
                  <a:close/>
                </a:path>
              </a:pathLst>
            </a:custGeom>
            <a:solidFill>
              <a:schemeClr val="bg1"/>
            </a:solidFill>
            <a:ln w="3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Cirkel: leeg 25">
              <a:extLst>
                <a:ext uri="{FF2B5EF4-FFF2-40B4-BE49-F238E27FC236}">
                  <a16:creationId xmlns:a16="http://schemas.microsoft.com/office/drawing/2014/main" id="{40F65081-24B8-6AE8-DEE9-C3B926FB2F30}"/>
                </a:ext>
              </a:extLst>
            </p:cNvPr>
            <p:cNvSpPr/>
            <p:nvPr/>
          </p:nvSpPr>
          <p:spPr>
            <a:xfrm rot="2700000">
              <a:off x="5599409" y="2528909"/>
              <a:ext cx="1773722" cy="1773722"/>
            </a:xfrm>
            <a:prstGeom prst="donut">
              <a:avLst>
                <a:gd name="adj" fmla="val 10873"/>
              </a:avLst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F9D9A3C7-3609-EE2D-7196-E87FF3762384}"/>
              </a:ext>
            </a:extLst>
          </p:cNvPr>
          <p:cNvGrpSpPr/>
          <p:nvPr userDrawn="1"/>
        </p:nvGrpSpPr>
        <p:grpSpPr>
          <a:xfrm rot="14394167">
            <a:off x="4988394" y="2218888"/>
            <a:ext cx="1801790" cy="1773722"/>
            <a:chOff x="5571341" y="2528909"/>
            <a:chExt cx="1801790" cy="1773722"/>
          </a:xfrm>
        </p:grpSpPr>
        <p:sp>
          <p:nvSpPr>
            <p:cNvPr id="28" name="Graphic 26">
              <a:extLst>
                <a:ext uri="{FF2B5EF4-FFF2-40B4-BE49-F238E27FC236}">
                  <a16:creationId xmlns:a16="http://schemas.microsoft.com/office/drawing/2014/main" id="{6137D3BF-924C-E09E-2599-EA1AF110D51F}"/>
                </a:ext>
              </a:extLst>
            </p:cNvPr>
            <p:cNvSpPr/>
            <p:nvPr/>
          </p:nvSpPr>
          <p:spPr>
            <a:xfrm rot="14397986">
              <a:off x="5658968" y="2682924"/>
              <a:ext cx="481154" cy="656408"/>
            </a:xfrm>
            <a:custGeom>
              <a:avLst/>
              <a:gdLst>
                <a:gd name="connsiteX0" fmla="*/ 852844 w 898714"/>
                <a:gd name="connsiteY0" fmla="*/ 676056 h 1226059"/>
                <a:gd name="connsiteX1" fmla="*/ 764032 w 898714"/>
                <a:gd name="connsiteY1" fmla="*/ 723431 h 1226059"/>
                <a:gd name="connsiteX2" fmla="*/ 764064 w 898714"/>
                <a:gd name="connsiteY2" fmla="*/ 723431 h 1226059"/>
                <a:gd name="connsiteX3" fmla="*/ 852844 w 898714"/>
                <a:gd name="connsiteY3" fmla="*/ 676056 h 1226059"/>
                <a:gd name="connsiteX4" fmla="*/ 852138 w 898714"/>
                <a:gd name="connsiteY4" fmla="*/ 674740 h 1226059"/>
                <a:gd name="connsiteX5" fmla="*/ 851400 w 898714"/>
                <a:gd name="connsiteY5" fmla="*/ 673424 h 1226059"/>
                <a:gd name="connsiteX6" fmla="*/ 527093 w 898714"/>
                <a:gd name="connsiteY6" fmla="*/ 106850 h 1226059"/>
                <a:gd name="connsiteX7" fmla="*/ 439758 w 898714"/>
                <a:gd name="connsiteY7" fmla="*/ 156857 h 1226059"/>
                <a:gd name="connsiteX8" fmla="*/ 439758 w 898714"/>
                <a:gd name="connsiteY8" fmla="*/ 156857 h 1226059"/>
                <a:gd name="connsiteX9" fmla="*/ 527093 w 898714"/>
                <a:gd name="connsiteY9" fmla="*/ 106850 h 1226059"/>
                <a:gd name="connsiteX10" fmla="*/ 465949 w 898714"/>
                <a:gd name="connsiteY10" fmla="*/ 0 h 1226059"/>
                <a:gd name="connsiteX11" fmla="*/ 373413 w 898714"/>
                <a:gd name="connsiteY11" fmla="*/ 81173 h 1226059"/>
                <a:gd name="connsiteX12" fmla="*/ 131114 w 898714"/>
                <a:gd name="connsiteY12" fmla="*/ 293622 h 1226059"/>
                <a:gd name="connsiteX13" fmla="*/ 130858 w 898714"/>
                <a:gd name="connsiteY13" fmla="*/ 293847 h 1226059"/>
                <a:gd name="connsiteX14" fmla="*/ 130601 w 898714"/>
                <a:gd name="connsiteY14" fmla="*/ 294071 h 1226059"/>
                <a:gd name="connsiteX15" fmla="*/ 50808 w 898714"/>
                <a:gd name="connsiteY15" fmla="*/ 773952 h 1226059"/>
                <a:gd name="connsiteX16" fmla="*/ 50968 w 898714"/>
                <a:gd name="connsiteY16" fmla="*/ 774240 h 1226059"/>
                <a:gd name="connsiteX17" fmla="*/ 51129 w 898714"/>
                <a:gd name="connsiteY17" fmla="*/ 774529 h 1226059"/>
                <a:gd name="connsiteX18" fmla="*/ 137630 w 898714"/>
                <a:gd name="connsiteY18" fmla="*/ 723527 h 1226059"/>
                <a:gd name="connsiteX19" fmla="*/ 137823 w 898714"/>
                <a:gd name="connsiteY19" fmla="*/ 723431 h 1226059"/>
                <a:gd name="connsiteX20" fmla="*/ 51129 w 898714"/>
                <a:gd name="connsiteY20" fmla="*/ 774529 h 1226059"/>
                <a:gd name="connsiteX21" fmla="*/ 259855 w 898714"/>
                <a:gd name="connsiteY21" fmla="*/ 1128654 h 1226059"/>
                <a:gd name="connsiteX22" fmla="*/ 346548 w 898714"/>
                <a:gd name="connsiteY22" fmla="*/ 1077556 h 1226059"/>
                <a:gd name="connsiteX23" fmla="*/ 346548 w 898714"/>
                <a:gd name="connsiteY23" fmla="*/ 1077556 h 1226059"/>
                <a:gd name="connsiteX24" fmla="*/ 259855 w 898714"/>
                <a:gd name="connsiteY24" fmla="*/ 1128654 h 1226059"/>
                <a:gd name="connsiteX25" fmla="*/ 278664 w 898714"/>
                <a:gd name="connsiteY25" fmla="*/ 1160558 h 1226059"/>
                <a:gd name="connsiteX26" fmla="*/ 313649 w 898714"/>
                <a:gd name="connsiteY26" fmla="*/ 1172659 h 1226059"/>
                <a:gd name="connsiteX27" fmla="*/ 410550 w 898714"/>
                <a:gd name="connsiteY27" fmla="*/ 1206200 h 1226059"/>
                <a:gd name="connsiteX28" fmla="*/ 410742 w 898714"/>
                <a:gd name="connsiteY28" fmla="*/ 1206264 h 1226059"/>
                <a:gd name="connsiteX29" fmla="*/ 410935 w 898714"/>
                <a:gd name="connsiteY29" fmla="*/ 1206328 h 1226059"/>
                <a:gd name="connsiteX30" fmla="*/ 892259 w 898714"/>
                <a:gd name="connsiteY30" fmla="*/ 930905 h 1226059"/>
                <a:gd name="connsiteX31" fmla="*/ 793850 w 898714"/>
                <a:gd name="connsiteY31" fmla="*/ 909818 h 1226059"/>
                <a:gd name="connsiteX32" fmla="*/ 793850 w 898714"/>
                <a:gd name="connsiteY32" fmla="*/ 909818 h 1226059"/>
                <a:gd name="connsiteX33" fmla="*/ 892227 w 898714"/>
                <a:gd name="connsiteY33" fmla="*/ 930905 h 1226059"/>
                <a:gd name="connsiteX34" fmla="*/ 892612 w 898714"/>
                <a:gd name="connsiteY34" fmla="*/ 929108 h 1226059"/>
                <a:gd name="connsiteX35" fmla="*/ 892933 w 898714"/>
                <a:gd name="connsiteY35" fmla="*/ 927310 h 1226059"/>
                <a:gd name="connsiteX36" fmla="*/ 852812 w 898714"/>
                <a:gd name="connsiteY36" fmla="*/ 676088 h 1226059"/>
                <a:gd name="connsiteX37" fmla="*/ 475995 w 898714"/>
                <a:gd name="connsiteY37" fmla="*/ 1015833 h 1226059"/>
                <a:gd name="connsiteX38" fmla="*/ 414465 w 898714"/>
                <a:gd name="connsiteY38" fmla="*/ 994521 h 1226059"/>
                <a:gd name="connsiteX39" fmla="*/ 224837 w 898714"/>
                <a:gd name="connsiteY39" fmla="*/ 672814 h 1226059"/>
                <a:gd name="connsiteX40" fmla="*/ 264284 w 898714"/>
                <a:gd name="connsiteY40" fmla="*/ 444542 h 1226059"/>
                <a:gd name="connsiteX41" fmla="*/ 413567 w 898714"/>
                <a:gd name="connsiteY41" fmla="*/ 313651 h 1226059"/>
                <a:gd name="connsiteX42" fmla="*/ 675638 w 898714"/>
                <a:gd name="connsiteY42" fmla="*/ 771512 h 1226059"/>
                <a:gd name="connsiteX43" fmla="*/ 695056 w 898714"/>
                <a:gd name="connsiteY43" fmla="*/ 890367 h 1226059"/>
                <a:gd name="connsiteX44" fmla="*/ 476027 w 898714"/>
                <a:gd name="connsiteY44" fmla="*/ 1015833 h 1226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898714" h="1226059">
                  <a:moveTo>
                    <a:pt x="852844" y="676056"/>
                  </a:moveTo>
                  <a:lnTo>
                    <a:pt x="764032" y="723431"/>
                  </a:lnTo>
                  <a:lnTo>
                    <a:pt x="764064" y="723431"/>
                  </a:lnTo>
                  <a:cubicBezTo>
                    <a:pt x="764064" y="723431"/>
                    <a:pt x="852844" y="676056"/>
                    <a:pt x="852844" y="676056"/>
                  </a:cubicBezTo>
                  <a:lnTo>
                    <a:pt x="852138" y="674740"/>
                  </a:lnTo>
                  <a:lnTo>
                    <a:pt x="851400" y="673424"/>
                  </a:lnTo>
                  <a:lnTo>
                    <a:pt x="527093" y="106850"/>
                  </a:lnTo>
                  <a:lnTo>
                    <a:pt x="439758" y="156857"/>
                  </a:lnTo>
                  <a:lnTo>
                    <a:pt x="439758" y="156857"/>
                  </a:lnTo>
                  <a:cubicBezTo>
                    <a:pt x="439758" y="156857"/>
                    <a:pt x="527093" y="106850"/>
                    <a:pt x="527093" y="106850"/>
                  </a:cubicBezTo>
                  <a:lnTo>
                    <a:pt x="465949" y="0"/>
                  </a:lnTo>
                  <a:lnTo>
                    <a:pt x="373413" y="81173"/>
                  </a:lnTo>
                  <a:lnTo>
                    <a:pt x="131114" y="293622"/>
                  </a:lnTo>
                  <a:lnTo>
                    <a:pt x="130858" y="293847"/>
                  </a:lnTo>
                  <a:lnTo>
                    <a:pt x="130601" y="294071"/>
                  </a:lnTo>
                  <a:cubicBezTo>
                    <a:pt x="-4527" y="414210"/>
                    <a:pt x="-41182" y="615554"/>
                    <a:pt x="50808" y="773952"/>
                  </a:cubicBezTo>
                  <a:lnTo>
                    <a:pt x="50968" y="774240"/>
                  </a:lnTo>
                  <a:lnTo>
                    <a:pt x="51129" y="774529"/>
                  </a:lnTo>
                  <a:lnTo>
                    <a:pt x="137630" y="723527"/>
                  </a:lnTo>
                  <a:lnTo>
                    <a:pt x="137823" y="723431"/>
                  </a:lnTo>
                  <a:lnTo>
                    <a:pt x="51129" y="774529"/>
                  </a:lnTo>
                  <a:lnTo>
                    <a:pt x="259855" y="1128654"/>
                  </a:lnTo>
                  <a:lnTo>
                    <a:pt x="346548" y="1077556"/>
                  </a:lnTo>
                  <a:lnTo>
                    <a:pt x="346548" y="1077556"/>
                  </a:lnTo>
                  <a:cubicBezTo>
                    <a:pt x="346548" y="1077556"/>
                    <a:pt x="259855" y="1128654"/>
                    <a:pt x="259855" y="1128654"/>
                  </a:cubicBezTo>
                  <a:lnTo>
                    <a:pt x="278664" y="1160558"/>
                  </a:lnTo>
                  <a:lnTo>
                    <a:pt x="313649" y="1172659"/>
                  </a:lnTo>
                  <a:lnTo>
                    <a:pt x="410550" y="1206200"/>
                  </a:lnTo>
                  <a:lnTo>
                    <a:pt x="410742" y="1206264"/>
                  </a:lnTo>
                  <a:lnTo>
                    <a:pt x="410935" y="1206328"/>
                  </a:lnTo>
                  <a:cubicBezTo>
                    <a:pt x="622710" y="1278643"/>
                    <a:pt x="846489" y="1144381"/>
                    <a:pt x="892259" y="930905"/>
                  </a:cubicBezTo>
                  <a:lnTo>
                    <a:pt x="793850" y="909818"/>
                  </a:lnTo>
                  <a:lnTo>
                    <a:pt x="793850" y="909818"/>
                  </a:lnTo>
                  <a:cubicBezTo>
                    <a:pt x="793850" y="909818"/>
                    <a:pt x="892227" y="930905"/>
                    <a:pt x="892227" y="930905"/>
                  </a:cubicBezTo>
                  <a:lnTo>
                    <a:pt x="892612" y="929108"/>
                  </a:lnTo>
                  <a:lnTo>
                    <a:pt x="892933" y="927310"/>
                  </a:lnTo>
                  <a:cubicBezTo>
                    <a:pt x="908083" y="841387"/>
                    <a:pt x="893030" y="751516"/>
                    <a:pt x="852812" y="676088"/>
                  </a:cubicBezTo>
                  <a:close/>
                  <a:moveTo>
                    <a:pt x="475995" y="1015833"/>
                  </a:moveTo>
                  <a:lnTo>
                    <a:pt x="414465" y="994521"/>
                  </a:lnTo>
                  <a:lnTo>
                    <a:pt x="224837" y="672814"/>
                  </a:lnTo>
                  <a:cubicBezTo>
                    <a:pt x="182662" y="600115"/>
                    <a:pt x="198197" y="503343"/>
                    <a:pt x="264284" y="444542"/>
                  </a:cubicBezTo>
                  <a:lnTo>
                    <a:pt x="413567" y="313651"/>
                  </a:lnTo>
                  <a:lnTo>
                    <a:pt x="675638" y="771512"/>
                  </a:lnTo>
                  <a:cubicBezTo>
                    <a:pt x="694446" y="807204"/>
                    <a:pt x="701668" y="850342"/>
                    <a:pt x="695056" y="890367"/>
                  </a:cubicBezTo>
                  <a:cubicBezTo>
                    <a:pt x="672909" y="988968"/>
                    <a:pt x="569365" y="1047706"/>
                    <a:pt x="476027" y="1015833"/>
                  </a:cubicBezTo>
                  <a:close/>
                </a:path>
              </a:pathLst>
            </a:custGeom>
            <a:solidFill>
              <a:schemeClr val="bg1"/>
            </a:solidFill>
            <a:ln w="3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" name="Cirkel: leeg 28">
              <a:extLst>
                <a:ext uri="{FF2B5EF4-FFF2-40B4-BE49-F238E27FC236}">
                  <a16:creationId xmlns:a16="http://schemas.microsoft.com/office/drawing/2014/main" id="{AA7CAAAD-04C4-076C-CE61-6C29B61B8DDD}"/>
                </a:ext>
              </a:extLst>
            </p:cNvPr>
            <p:cNvSpPr/>
            <p:nvPr/>
          </p:nvSpPr>
          <p:spPr>
            <a:xfrm rot="2700000">
              <a:off x="5599409" y="2528909"/>
              <a:ext cx="1773722" cy="1773722"/>
            </a:xfrm>
            <a:prstGeom prst="donut">
              <a:avLst>
                <a:gd name="adj" fmla="val 10873"/>
              </a:avLst>
            </a:prstGeom>
            <a:solidFill>
              <a:srgbClr val="212B46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ep 29">
            <a:extLst>
              <a:ext uri="{FF2B5EF4-FFF2-40B4-BE49-F238E27FC236}">
                <a16:creationId xmlns:a16="http://schemas.microsoft.com/office/drawing/2014/main" id="{EDF03D6B-0581-449D-0682-AEE0B56B8097}"/>
              </a:ext>
            </a:extLst>
          </p:cNvPr>
          <p:cNvGrpSpPr/>
          <p:nvPr userDrawn="1"/>
        </p:nvGrpSpPr>
        <p:grpSpPr>
          <a:xfrm rot="17959824">
            <a:off x="5362943" y="2198799"/>
            <a:ext cx="1801790" cy="1773722"/>
            <a:chOff x="5571341" y="2528909"/>
            <a:chExt cx="1801790" cy="1773722"/>
          </a:xfrm>
        </p:grpSpPr>
        <p:sp>
          <p:nvSpPr>
            <p:cNvPr id="31" name="Graphic 26">
              <a:extLst>
                <a:ext uri="{FF2B5EF4-FFF2-40B4-BE49-F238E27FC236}">
                  <a16:creationId xmlns:a16="http://schemas.microsoft.com/office/drawing/2014/main" id="{B0A4AC9B-9DD5-7138-634E-04B70AD1F444}"/>
                </a:ext>
              </a:extLst>
            </p:cNvPr>
            <p:cNvSpPr/>
            <p:nvPr/>
          </p:nvSpPr>
          <p:spPr>
            <a:xfrm rot="14397986">
              <a:off x="5658968" y="2682924"/>
              <a:ext cx="481154" cy="656408"/>
            </a:xfrm>
            <a:custGeom>
              <a:avLst/>
              <a:gdLst>
                <a:gd name="connsiteX0" fmla="*/ 852844 w 898714"/>
                <a:gd name="connsiteY0" fmla="*/ 676056 h 1226059"/>
                <a:gd name="connsiteX1" fmla="*/ 764032 w 898714"/>
                <a:gd name="connsiteY1" fmla="*/ 723431 h 1226059"/>
                <a:gd name="connsiteX2" fmla="*/ 764064 w 898714"/>
                <a:gd name="connsiteY2" fmla="*/ 723431 h 1226059"/>
                <a:gd name="connsiteX3" fmla="*/ 852844 w 898714"/>
                <a:gd name="connsiteY3" fmla="*/ 676056 h 1226059"/>
                <a:gd name="connsiteX4" fmla="*/ 852138 w 898714"/>
                <a:gd name="connsiteY4" fmla="*/ 674740 h 1226059"/>
                <a:gd name="connsiteX5" fmla="*/ 851400 w 898714"/>
                <a:gd name="connsiteY5" fmla="*/ 673424 h 1226059"/>
                <a:gd name="connsiteX6" fmla="*/ 527093 w 898714"/>
                <a:gd name="connsiteY6" fmla="*/ 106850 h 1226059"/>
                <a:gd name="connsiteX7" fmla="*/ 439758 w 898714"/>
                <a:gd name="connsiteY7" fmla="*/ 156857 h 1226059"/>
                <a:gd name="connsiteX8" fmla="*/ 439758 w 898714"/>
                <a:gd name="connsiteY8" fmla="*/ 156857 h 1226059"/>
                <a:gd name="connsiteX9" fmla="*/ 527093 w 898714"/>
                <a:gd name="connsiteY9" fmla="*/ 106850 h 1226059"/>
                <a:gd name="connsiteX10" fmla="*/ 465949 w 898714"/>
                <a:gd name="connsiteY10" fmla="*/ 0 h 1226059"/>
                <a:gd name="connsiteX11" fmla="*/ 373413 w 898714"/>
                <a:gd name="connsiteY11" fmla="*/ 81173 h 1226059"/>
                <a:gd name="connsiteX12" fmla="*/ 131114 w 898714"/>
                <a:gd name="connsiteY12" fmla="*/ 293622 h 1226059"/>
                <a:gd name="connsiteX13" fmla="*/ 130858 w 898714"/>
                <a:gd name="connsiteY13" fmla="*/ 293847 h 1226059"/>
                <a:gd name="connsiteX14" fmla="*/ 130601 w 898714"/>
                <a:gd name="connsiteY14" fmla="*/ 294071 h 1226059"/>
                <a:gd name="connsiteX15" fmla="*/ 50808 w 898714"/>
                <a:gd name="connsiteY15" fmla="*/ 773952 h 1226059"/>
                <a:gd name="connsiteX16" fmla="*/ 50968 w 898714"/>
                <a:gd name="connsiteY16" fmla="*/ 774240 h 1226059"/>
                <a:gd name="connsiteX17" fmla="*/ 51129 w 898714"/>
                <a:gd name="connsiteY17" fmla="*/ 774529 h 1226059"/>
                <a:gd name="connsiteX18" fmla="*/ 137630 w 898714"/>
                <a:gd name="connsiteY18" fmla="*/ 723527 h 1226059"/>
                <a:gd name="connsiteX19" fmla="*/ 137823 w 898714"/>
                <a:gd name="connsiteY19" fmla="*/ 723431 h 1226059"/>
                <a:gd name="connsiteX20" fmla="*/ 51129 w 898714"/>
                <a:gd name="connsiteY20" fmla="*/ 774529 h 1226059"/>
                <a:gd name="connsiteX21" fmla="*/ 259855 w 898714"/>
                <a:gd name="connsiteY21" fmla="*/ 1128654 h 1226059"/>
                <a:gd name="connsiteX22" fmla="*/ 346548 w 898714"/>
                <a:gd name="connsiteY22" fmla="*/ 1077556 h 1226059"/>
                <a:gd name="connsiteX23" fmla="*/ 346548 w 898714"/>
                <a:gd name="connsiteY23" fmla="*/ 1077556 h 1226059"/>
                <a:gd name="connsiteX24" fmla="*/ 259855 w 898714"/>
                <a:gd name="connsiteY24" fmla="*/ 1128654 h 1226059"/>
                <a:gd name="connsiteX25" fmla="*/ 278664 w 898714"/>
                <a:gd name="connsiteY25" fmla="*/ 1160558 h 1226059"/>
                <a:gd name="connsiteX26" fmla="*/ 313649 w 898714"/>
                <a:gd name="connsiteY26" fmla="*/ 1172659 h 1226059"/>
                <a:gd name="connsiteX27" fmla="*/ 410550 w 898714"/>
                <a:gd name="connsiteY27" fmla="*/ 1206200 h 1226059"/>
                <a:gd name="connsiteX28" fmla="*/ 410742 w 898714"/>
                <a:gd name="connsiteY28" fmla="*/ 1206264 h 1226059"/>
                <a:gd name="connsiteX29" fmla="*/ 410935 w 898714"/>
                <a:gd name="connsiteY29" fmla="*/ 1206328 h 1226059"/>
                <a:gd name="connsiteX30" fmla="*/ 892259 w 898714"/>
                <a:gd name="connsiteY30" fmla="*/ 930905 h 1226059"/>
                <a:gd name="connsiteX31" fmla="*/ 793850 w 898714"/>
                <a:gd name="connsiteY31" fmla="*/ 909818 h 1226059"/>
                <a:gd name="connsiteX32" fmla="*/ 793850 w 898714"/>
                <a:gd name="connsiteY32" fmla="*/ 909818 h 1226059"/>
                <a:gd name="connsiteX33" fmla="*/ 892227 w 898714"/>
                <a:gd name="connsiteY33" fmla="*/ 930905 h 1226059"/>
                <a:gd name="connsiteX34" fmla="*/ 892612 w 898714"/>
                <a:gd name="connsiteY34" fmla="*/ 929108 h 1226059"/>
                <a:gd name="connsiteX35" fmla="*/ 892933 w 898714"/>
                <a:gd name="connsiteY35" fmla="*/ 927310 h 1226059"/>
                <a:gd name="connsiteX36" fmla="*/ 852812 w 898714"/>
                <a:gd name="connsiteY36" fmla="*/ 676088 h 1226059"/>
                <a:gd name="connsiteX37" fmla="*/ 475995 w 898714"/>
                <a:gd name="connsiteY37" fmla="*/ 1015833 h 1226059"/>
                <a:gd name="connsiteX38" fmla="*/ 414465 w 898714"/>
                <a:gd name="connsiteY38" fmla="*/ 994521 h 1226059"/>
                <a:gd name="connsiteX39" fmla="*/ 224837 w 898714"/>
                <a:gd name="connsiteY39" fmla="*/ 672814 h 1226059"/>
                <a:gd name="connsiteX40" fmla="*/ 264284 w 898714"/>
                <a:gd name="connsiteY40" fmla="*/ 444542 h 1226059"/>
                <a:gd name="connsiteX41" fmla="*/ 413567 w 898714"/>
                <a:gd name="connsiteY41" fmla="*/ 313651 h 1226059"/>
                <a:gd name="connsiteX42" fmla="*/ 675638 w 898714"/>
                <a:gd name="connsiteY42" fmla="*/ 771512 h 1226059"/>
                <a:gd name="connsiteX43" fmla="*/ 695056 w 898714"/>
                <a:gd name="connsiteY43" fmla="*/ 890367 h 1226059"/>
                <a:gd name="connsiteX44" fmla="*/ 476027 w 898714"/>
                <a:gd name="connsiteY44" fmla="*/ 1015833 h 1226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898714" h="1226059">
                  <a:moveTo>
                    <a:pt x="852844" y="676056"/>
                  </a:moveTo>
                  <a:lnTo>
                    <a:pt x="764032" y="723431"/>
                  </a:lnTo>
                  <a:lnTo>
                    <a:pt x="764064" y="723431"/>
                  </a:lnTo>
                  <a:cubicBezTo>
                    <a:pt x="764064" y="723431"/>
                    <a:pt x="852844" y="676056"/>
                    <a:pt x="852844" y="676056"/>
                  </a:cubicBezTo>
                  <a:lnTo>
                    <a:pt x="852138" y="674740"/>
                  </a:lnTo>
                  <a:lnTo>
                    <a:pt x="851400" y="673424"/>
                  </a:lnTo>
                  <a:lnTo>
                    <a:pt x="527093" y="106850"/>
                  </a:lnTo>
                  <a:lnTo>
                    <a:pt x="439758" y="156857"/>
                  </a:lnTo>
                  <a:lnTo>
                    <a:pt x="439758" y="156857"/>
                  </a:lnTo>
                  <a:cubicBezTo>
                    <a:pt x="439758" y="156857"/>
                    <a:pt x="527093" y="106850"/>
                    <a:pt x="527093" y="106850"/>
                  </a:cubicBezTo>
                  <a:lnTo>
                    <a:pt x="465949" y="0"/>
                  </a:lnTo>
                  <a:lnTo>
                    <a:pt x="373413" y="81173"/>
                  </a:lnTo>
                  <a:lnTo>
                    <a:pt x="131114" y="293622"/>
                  </a:lnTo>
                  <a:lnTo>
                    <a:pt x="130858" y="293847"/>
                  </a:lnTo>
                  <a:lnTo>
                    <a:pt x="130601" y="294071"/>
                  </a:lnTo>
                  <a:cubicBezTo>
                    <a:pt x="-4527" y="414210"/>
                    <a:pt x="-41182" y="615554"/>
                    <a:pt x="50808" y="773952"/>
                  </a:cubicBezTo>
                  <a:lnTo>
                    <a:pt x="50968" y="774240"/>
                  </a:lnTo>
                  <a:lnTo>
                    <a:pt x="51129" y="774529"/>
                  </a:lnTo>
                  <a:lnTo>
                    <a:pt x="137630" y="723527"/>
                  </a:lnTo>
                  <a:lnTo>
                    <a:pt x="137823" y="723431"/>
                  </a:lnTo>
                  <a:lnTo>
                    <a:pt x="51129" y="774529"/>
                  </a:lnTo>
                  <a:lnTo>
                    <a:pt x="259855" y="1128654"/>
                  </a:lnTo>
                  <a:lnTo>
                    <a:pt x="346548" y="1077556"/>
                  </a:lnTo>
                  <a:lnTo>
                    <a:pt x="346548" y="1077556"/>
                  </a:lnTo>
                  <a:cubicBezTo>
                    <a:pt x="346548" y="1077556"/>
                    <a:pt x="259855" y="1128654"/>
                    <a:pt x="259855" y="1128654"/>
                  </a:cubicBezTo>
                  <a:lnTo>
                    <a:pt x="278664" y="1160558"/>
                  </a:lnTo>
                  <a:lnTo>
                    <a:pt x="313649" y="1172659"/>
                  </a:lnTo>
                  <a:lnTo>
                    <a:pt x="410550" y="1206200"/>
                  </a:lnTo>
                  <a:lnTo>
                    <a:pt x="410742" y="1206264"/>
                  </a:lnTo>
                  <a:lnTo>
                    <a:pt x="410935" y="1206328"/>
                  </a:lnTo>
                  <a:cubicBezTo>
                    <a:pt x="622710" y="1278643"/>
                    <a:pt x="846489" y="1144381"/>
                    <a:pt x="892259" y="930905"/>
                  </a:cubicBezTo>
                  <a:lnTo>
                    <a:pt x="793850" y="909818"/>
                  </a:lnTo>
                  <a:lnTo>
                    <a:pt x="793850" y="909818"/>
                  </a:lnTo>
                  <a:cubicBezTo>
                    <a:pt x="793850" y="909818"/>
                    <a:pt x="892227" y="930905"/>
                    <a:pt x="892227" y="930905"/>
                  </a:cubicBezTo>
                  <a:lnTo>
                    <a:pt x="892612" y="929108"/>
                  </a:lnTo>
                  <a:lnTo>
                    <a:pt x="892933" y="927310"/>
                  </a:lnTo>
                  <a:cubicBezTo>
                    <a:pt x="908083" y="841387"/>
                    <a:pt x="893030" y="751516"/>
                    <a:pt x="852812" y="676088"/>
                  </a:cubicBezTo>
                  <a:close/>
                  <a:moveTo>
                    <a:pt x="475995" y="1015833"/>
                  </a:moveTo>
                  <a:lnTo>
                    <a:pt x="414465" y="994521"/>
                  </a:lnTo>
                  <a:lnTo>
                    <a:pt x="224837" y="672814"/>
                  </a:lnTo>
                  <a:cubicBezTo>
                    <a:pt x="182662" y="600115"/>
                    <a:pt x="198197" y="503343"/>
                    <a:pt x="264284" y="444542"/>
                  </a:cubicBezTo>
                  <a:lnTo>
                    <a:pt x="413567" y="313651"/>
                  </a:lnTo>
                  <a:lnTo>
                    <a:pt x="675638" y="771512"/>
                  </a:lnTo>
                  <a:cubicBezTo>
                    <a:pt x="694446" y="807204"/>
                    <a:pt x="701668" y="850342"/>
                    <a:pt x="695056" y="890367"/>
                  </a:cubicBezTo>
                  <a:cubicBezTo>
                    <a:pt x="672909" y="988968"/>
                    <a:pt x="569365" y="1047706"/>
                    <a:pt x="476027" y="1015833"/>
                  </a:cubicBezTo>
                  <a:close/>
                </a:path>
              </a:pathLst>
            </a:custGeom>
            <a:solidFill>
              <a:schemeClr val="bg1"/>
            </a:solidFill>
            <a:ln w="3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" name="Cirkel: leeg 31">
              <a:extLst>
                <a:ext uri="{FF2B5EF4-FFF2-40B4-BE49-F238E27FC236}">
                  <a16:creationId xmlns:a16="http://schemas.microsoft.com/office/drawing/2014/main" id="{0FB3499B-2AC9-A7F1-43D9-D71E85956710}"/>
                </a:ext>
              </a:extLst>
            </p:cNvPr>
            <p:cNvSpPr/>
            <p:nvPr/>
          </p:nvSpPr>
          <p:spPr>
            <a:xfrm rot="2700000">
              <a:off x="5599409" y="2528909"/>
              <a:ext cx="1773722" cy="1773722"/>
            </a:xfrm>
            <a:prstGeom prst="donut">
              <a:avLst>
                <a:gd name="adj" fmla="val 10873"/>
              </a:avLst>
            </a:prstGeom>
            <a:solidFill>
              <a:srgbClr val="212B46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>
                <a:solidFill>
                  <a:schemeClr val="tx1"/>
                </a:solidFill>
              </a:endParaRPr>
            </a:p>
          </p:txBody>
        </p:sp>
      </p:grpSp>
      <p:sp>
        <p:nvSpPr>
          <p:cNvPr id="33" name="Vrije vorm: vorm 32">
            <a:extLst>
              <a:ext uri="{FF2B5EF4-FFF2-40B4-BE49-F238E27FC236}">
                <a16:creationId xmlns:a16="http://schemas.microsoft.com/office/drawing/2014/main" id="{67D9EB6E-B551-5BBA-3E64-15B3191E519B}"/>
              </a:ext>
            </a:extLst>
          </p:cNvPr>
          <p:cNvSpPr/>
          <p:nvPr userDrawn="1"/>
        </p:nvSpPr>
        <p:spPr>
          <a:xfrm>
            <a:off x="5404716" y="2719026"/>
            <a:ext cx="1397362" cy="1427685"/>
          </a:xfrm>
          <a:custGeom>
            <a:avLst/>
            <a:gdLst>
              <a:gd name="connsiteX0" fmla="*/ 1283997 w 1397362"/>
              <a:gd name="connsiteY0" fmla="*/ 904087 h 1427685"/>
              <a:gd name="connsiteX1" fmla="*/ 1240198 w 1397362"/>
              <a:gd name="connsiteY1" fmla="*/ 963813 h 1427685"/>
              <a:gd name="connsiteX2" fmla="*/ 1166536 w 1397362"/>
              <a:gd name="connsiteY2" fmla="*/ 971776 h 1427685"/>
              <a:gd name="connsiteX3" fmla="*/ 1134682 w 1397362"/>
              <a:gd name="connsiteY3" fmla="*/ 961822 h 1427685"/>
              <a:gd name="connsiteX4" fmla="*/ 1033148 w 1397362"/>
              <a:gd name="connsiteY4" fmla="*/ 786626 h 1427685"/>
              <a:gd name="connsiteX5" fmla="*/ 1053056 w 1397362"/>
              <a:gd name="connsiteY5" fmla="*/ 665183 h 1427685"/>
              <a:gd name="connsiteX6" fmla="*/ 1132691 w 1397362"/>
              <a:gd name="connsiteY6" fmla="*/ 595502 h 1427685"/>
              <a:gd name="connsiteX7" fmla="*/ 1272052 w 1397362"/>
              <a:gd name="connsiteY7" fmla="*/ 842370 h 1427685"/>
              <a:gd name="connsiteX8" fmla="*/ 1282007 w 1397362"/>
              <a:gd name="connsiteY8" fmla="*/ 906078 h 1427685"/>
              <a:gd name="connsiteX9" fmla="*/ 1283997 w 1397362"/>
              <a:gd name="connsiteY9" fmla="*/ 904087 h 1427685"/>
              <a:gd name="connsiteX10" fmla="*/ 875869 w 1397362"/>
              <a:gd name="connsiteY10" fmla="*/ 1278370 h 1427685"/>
              <a:gd name="connsiteX11" fmla="*/ 826097 w 1397362"/>
              <a:gd name="connsiteY11" fmla="*/ 1318188 h 1427685"/>
              <a:gd name="connsiteX12" fmla="*/ 752435 w 1397362"/>
              <a:gd name="connsiteY12" fmla="*/ 1310224 h 1427685"/>
              <a:gd name="connsiteX13" fmla="*/ 708636 w 1397362"/>
              <a:gd name="connsiteY13" fmla="*/ 1250498 h 1427685"/>
              <a:gd name="connsiteX14" fmla="*/ 702663 w 1397362"/>
              <a:gd name="connsiteY14" fmla="*/ 1216653 h 1427685"/>
              <a:gd name="connsiteX15" fmla="*/ 802207 w 1397362"/>
              <a:gd name="connsiteY15" fmla="*/ 1041457 h 1427685"/>
              <a:gd name="connsiteX16" fmla="*/ 917677 w 1397362"/>
              <a:gd name="connsiteY16" fmla="*/ 997658 h 1427685"/>
              <a:gd name="connsiteX17" fmla="*/ 1019212 w 1397362"/>
              <a:gd name="connsiteY17" fmla="*/ 1031502 h 1427685"/>
              <a:gd name="connsiteX18" fmla="*/ 875869 w 1397362"/>
              <a:gd name="connsiteY18" fmla="*/ 1276380 h 1427685"/>
              <a:gd name="connsiteX19" fmla="*/ 875869 w 1397362"/>
              <a:gd name="connsiteY19" fmla="*/ 1278370 h 1427685"/>
              <a:gd name="connsiteX20" fmla="*/ 296526 w 1397362"/>
              <a:gd name="connsiteY20" fmla="*/ 1152946 h 1427685"/>
              <a:gd name="connsiteX21" fmla="*/ 236799 w 1397362"/>
              <a:gd name="connsiteY21" fmla="*/ 1131046 h 1427685"/>
              <a:gd name="connsiteX22" fmla="*/ 206936 w 1397362"/>
              <a:gd name="connsiteY22" fmla="*/ 1063356 h 1427685"/>
              <a:gd name="connsiteX23" fmla="*/ 236799 w 1397362"/>
              <a:gd name="connsiteY23" fmla="*/ 995667 h 1427685"/>
              <a:gd name="connsiteX24" fmla="*/ 262681 w 1397362"/>
              <a:gd name="connsiteY24" fmla="*/ 973767 h 1427685"/>
              <a:gd name="connsiteX25" fmla="*/ 463759 w 1397362"/>
              <a:gd name="connsiteY25" fmla="*/ 973767 h 1427685"/>
              <a:gd name="connsiteX26" fmla="*/ 559321 w 1397362"/>
              <a:gd name="connsiteY26" fmla="*/ 1051411 h 1427685"/>
              <a:gd name="connsiteX27" fmla="*/ 579229 w 1397362"/>
              <a:gd name="connsiteY27" fmla="*/ 1154936 h 1427685"/>
              <a:gd name="connsiteX28" fmla="*/ 296526 w 1397362"/>
              <a:gd name="connsiteY28" fmla="*/ 1154936 h 1427685"/>
              <a:gd name="connsiteX29" fmla="*/ 296526 w 1397362"/>
              <a:gd name="connsiteY29" fmla="*/ 1152946 h 1427685"/>
              <a:gd name="connsiteX30" fmla="*/ 107393 w 1397362"/>
              <a:gd name="connsiteY30" fmla="*/ 525822 h 1427685"/>
              <a:gd name="connsiteX31" fmla="*/ 151192 w 1397362"/>
              <a:gd name="connsiteY31" fmla="*/ 466096 h 1427685"/>
              <a:gd name="connsiteX32" fmla="*/ 196982 w 1397362"/>
              <a:gd name="connsiteY32" fmla="*/ 454150 h 1427685"/>
              <a:gd name="connsiteX33" fmla="*/ 224854 w 1397362"/>
              <a:gd name="connsiteY33" fmla="*/ 458132 h 1427685"/>
              <a:gd name="connsiteX34" fmla="*/ 256708 w 1397362"/>
              <a:gd name="connsiteY34" fmla="*/ 468086 h 1427685"/>
              <a:gd name="connsiteX35" fmla="*/ 356252 w 1397362"/>
              <a:gd name="connsiteY35" fmla="*/ 643283 h 1427685"/>
              <a:gd name="connsiteX36" fmla="*/ 336343 w 1397362"/>
              <a:gd name="connsiteY36" fmla="*/ 764726 h 1427685"/>
              <a:gd name="connsiteX37" fmla="*/ 256708 w 1397362"/>
              <a:gd name="connsiteY37" fmla="*/ 834406 h 1427685"/>
              <a:gd name="connsiteX38" fmla="*/ 117347 w 1397362"/>
              <a:gd name="connsiteY38" fmla="*/ 587539 h 1427685"/>
              <a:gd name="connsiteX39" fmla="*/ 107393 w 1397362"/>
              <a:gd name="connsiteY39" fmla="*/ 523831 h 1427685"/>
              <a:gd name="connsiteX40" fmla="*/ 107393 w 1397362"/>
              <a:gd name="connsiteY40" fmla="*/ 525822 h 1427685"/>
              <a:gd name="connsiteX41" fmla="*/ 515521 w 1397362"/>
              <a:gd name="connsiteY41" fmla="*/ 151604 h 1427685"/>
              <a:gd name="connsiteX42" fmla="*/ 565293 w 1397362"/>
              <a:gd name="connsiteY42" fmla="*/ 111787 h 1427685"/>
              <a:gd name="connsiteX43" fmla="*/ 638956 w 1397362"/>
              <a:gd name="connsiteY43" fmla="*/ 119751 h 1427685"/>
              <a:gd name="connsiteX44" fmla="*/ 682755 w 1397362"/>
              <a:gd name="connsiteY44" fmla="*/ 179477 h 1427685"/>
              <a:gd name="connsiteX45" fmla="*/ 688727 w 1397362"/>
              <a:gd name="connsiteY45" fmla="*/ 209340 h 1427685"/>
              <a:gd name="connsiteX46" fmla="*/ 589184 w 1397362"/>
              <a:gd name="connsiteY46" fmla="*/ 386527 h 1427685"/>
              <a:gd name="connsiteX47" fmla="*/ 473713 w 1397362"/>
              <a:gd name="connsiteY47" fmla="*/ 430326 h 1427685"/>
              <a:gd name="connsiteX48" fmla="*/ 372179 w 1397362"/>
              <a:gd name="connsiteY48" fmla="*/ 396481 h 1427685"/>
              <a:gd name="connsiteX49" fmla="*/ 515521 w 1397362"/>
              <a:gd name="connsiteY49" fmla="*/ 151604 h 1427685"/>
              <a:gd name="connsiteX50" fmla="*/ 1092874 w 1397362"/>
              <a:gd name="connsiteY50" fmla="*/ 276963 h 1427685"/>
              <a:gd name="connsiteX51" fmla="*/ 1152600 w 1397362"/>
              <a:gd name="connsiteY51" fmla="*/ 298862 h 1427685"/>
              <a:gd name="connsiteX52" fmla="*/ 1182463 w 1397362"/>
              <a:gd name="connsiteY52" fmla="*/ 366552 h 1427685"/>
              <a:gd name="connsiteX53" fmla="*/ 1152600 w 1397362"/>
              <a:gd name="connsiteY53" fmla="*/ 434242 h 1427685"/>
              <a:gd name="connsiteX54" fmla="*/ 1126719 w 1397362"/>
              <a:gd name="connsiteY54" fmla="*/ 456141 h 1427685"/>
              <a:gd name="connsiteX55" fmla="*/ 925641 w 1397362"/>
              <a:gd name="connsiteY55" fmla="*/ 456141 h 1427685"/>
              <a:gd name="connsiteX56" fmla="*/ 830079 w 1397362"/>
              <a:gd name="connsiteY56" fmla="*/ 378497 h 1427685"/>
              <a:gd name="connsiteX57" fmla="*/ 810170 w 1397362"/>
              <a:gd name="connsiteY57" fmla="*/ 274972 h 1427685"/>
              <a:gd name="connsiteX58" fmla="*/ 1092874 w 1397362"/>
              <a:gd name="connsiteY58" fmla="*/ 274972 h 1427685"/>
              <a:gd name="connsiteX59" fmla="*/ 1092874 w 1397362"/>
              <a:gd name="connsiteY59" fmla="*/ 276963 h 1427685"/>
              <a:gd name="connsiteX60" fmla="*/ 941568 w 1397362"/>
              <a:gd name="connsiteY60" fmla="*/ 840379 h 1427685"/>
              <a:gd name="connsiteX61" fmla="*/ 981385 w 1397362"/>
              <a:gd name="connsiteY61" fmla="*/ 908069 h 1427685"/>
              <a:gd name="connsiteX62" fmla="*/ 953513 w 1397362"/>
              <a:gd name="connsiteY62" fmla="*/ 898114 h 1427685"/>
              <a:gd name="connsiteX63" fmla="*/ 710627 w 1397362"/>
              <a:gd name="connsiteY63" fmla="*/ 989694 h 1427685"/>
              <a:gd name="connsiteX64" fmla="*/ 670809 w 1397362"/>
              <a:gd name="connsiteY64" fmla="*/ 1057384 h 1427685"/>
              <a:gd name="connsiteX65" fmla="*/ 664837 w 1397362"/>
              <a:gd name="connsiteY65" fmla="*/ 1027521 h 1427685"/>
              <a:gd name="connsiteX66" fmla="*/ 463759 w 1397362"/>
              <a:gd name="connsiteY66" fmla="*/ 862279 h 1427685"/>
              <a:gd name="connsiteX67" fmla="*/ 384124 w 1397362"/>
              <a:gd name="connsiteY67" fmla="*/ 862279 h 1427685"/>
              <a:gd name="connsiteX68" fmla="*/ 406023 w 1397362"/>
              <a:gd name="connsiteY68" fmla="*/ 842370 h 1427685"/>
              <a:gd name="connsiteX69" fmla="*/ 447832 w 1397362"/>
              <a:gd name="connsiteY69" fmla="*/ 587539 h 1427685"/>
              <a:gd name="connsiteX70" fmla="*/ 408014 w 1397362"/>
              <a:gd name="connsiteY70" fmla="*/ 519849 h 1427685"/>
              <a:gd name="connsiteX71" fmla="*/ 435886 w 1397362"/>
              <a:gd name="connsiteY71" fmla="*/ 529803 h 1427685"/>
              <a:gd name="connsiteX72" fmla="*/ 501585 w 1397362"/>
              <a:gd name="connsiteY72" fmla="*/ 539758 h 1427685"/>
              <a:gd name="connsiteX73" fmla="*/ 678773 w 1397362"/>
              <a:gd name="connsiteY73" fmla="*/ 438223 h 1427685"/>
              <a:gd name="connsiteX74" fmla="*/ 718590 w 1397362"/>
              <a:gd name="connsiteY74" fmla="*/ 370534 h 1427685"/>
              <a:gd name="connsiteX75" fmla="*/ 724563 w 1397362"/>
              <a:gd name="connsiteY75" fmla="*/ 400397 h 1427685"/>
              <a:gd name="connsiteX76" fmla="*/ 925641 w 1397362"/>
              <a:gd name="connsiteY76" fmla="*/ 563648 h 1427685"/>
              <a:gd name="connsiteX77" fmla="*/ 1005275 w 1397362"/>
              <a:gd name="connsiteY77" fmla="*/ 563648 h 1427685"/>
              <a:gd name="connsiteX78" fmla="*/ 983376 w 1397362"/>
              <a:gd name="connsiteY78" fmla="*/ 583557 h 1427685"/>
              <a:gd name="connsiteX79" fmla="*/ 941568 w 1397362"/>
              <a:gd name="connsiteY79" fmla="*/ 838388 h 1427685"/>
              <a:gd name="connsiteX80" fmla="*/ 941568 w 1397362"/>
              <a:gd name="connsiteY80" fmla="*/ 840379 h 1427685"/>
              <a:gd name="connsiteX81" fmla="*/ 1367614 w 1397362"/>
              <a:gd name="connsiteY81" fmla="*/ 786626 h 1427685"/>
              <a:gd name="connsiteX82" fmla="*/ 1216308 w 1397362"/>
              <a:gd name="connsiteY82" fmla="*/ 521840 h 1427685"/>
              <a:gd name="connsiteX83" fmla="*/ 1224271 w 1397362"/>
              <a:gd name="connsiteY83" fmla="*/ 515867 h 1427685"/>
              <a:gd name="connsiteX84" fmla="*/ 1291961 w 1397362"/>
              <a:gd name="connsiteY84" fmla="*/ 368543 h 1427685"/>
              <a:gd name="connsiteX85" fmla="*/ 1224271 w 1397362"/>
              <a:gd name="connsiteY85" fmla="*/ 219228 h 1427685"/>
              <a:gd name="connsiteX86" fmla="*/ 1094865 w 1397362"/>
              <a:gd name="connsiteY86" fmla="*/ 169456 h 1427685"/>
              <a:gd name="connsiteX87" fmla="*/ 790262 w 1397362"/>
              <a:gd name="connsiteY87" fmla="*/ 169456 h 1427685"/>
              <a:gd name="connsiteX88" fmla="*/ 788271 w 1397362"/>
              <a:gd name="connsiteY88" fmla="*/ 157511 h 1427685"/>
              <a:gd name="connsiteX89" fmla="*/ 692709 w 1397362"/>
              <a:gd name="connsiteY89" fmla="*/ 26113 h 1427685"/>
              <a:gd name="connsiteX90" fmla="*/ 531448 w 1397362"/>
              <a:gd name="connsiteY90" fmla="*/ 10186 h 1427685"/>
              <a:gd name="connsiteX91" fmla="*/ 423941 w 1397362"/>
              <a:gd name="connsiteY91" fmla="*/ 97785 h 1427685"/>
              <a:gd name="connsiteX92" fmla="*/ 270644 w 1397362"/>
              <a:gd name="connsiteY92" fmla="*/ 360579 h 1427685"/>
              <a:gd name="connsiteX93" fmla="*/ 260690 w 1397362"/>
              <a:gd name="connsiteY93" fmla="*/ 356598 h 1427685"/>
              <a:gd name="connsiteX94" fmla="*/ 99429 w 1397362"/>
              <a:gd name="connsiteY94" fmla="*/ 372525 h 1427685"/>
              <a:gd name="connsiteX95" fmla="*/ 3868 w 1397362"/>
              <a:gd name="connsiteY95" fmla="*/ 503922 h 1427685"/>
              <a:gd name="connsiteX96" fmla="*/ 25767 w 1397362"/>
              <a:gd name="connsiteY96" fmla="*/ 641292 h 1427685"/>
              <a:gd name="connsiteX97" fmla="*/ 177073 w 1397362"/>
              <a:gd name="connsiteY97" fmla="*/ 906078 h 1427685"/>
              <a:gd name="connsiteX98" fmla="*/ 169110 w 1397362"/>
              <a:gd name="connsiteY98" fmla="*/ 912050 h 1427685"/>
              <a:gd name="connsiteX99" fmla="*/ 101420 w 1397362"/>
              <a:gd name="connsiteY99" fmla="*/ 1061366 h 1427685"/>
              <a:gd name="connsiteX100" fmla="*/ 169110 w 1397362"/>
              <a:gd name="connsiteY100" fmla="*/ 1208690 h 1427685"/>
              <a:gd name="connsiteX101" fmla="*/ 298516 w 1397362"/>
              <a:gd name="connsiteY101" fmla="*/ 1258462 h 1427685"/>
              <a:gd name="connsiteX102" fmla="*/ 603120 w 1397362"/>
              <a:gd name="connsiteY102" fmla="*/ 1258462 h 1427685"/>
              <a:gd name="connsiteX103" fmla="*/ 605110 w 1397362"/>
              <a:gd name="connsiteY103" fmla="*/ 1270407 h 1427685"/>
              <a:gd name="connsiteX104" fmla="*/ 700672 w 1397362"/>
              <a:gd name="connsiteY104" fmla="*/ 1401804 h 1427685"/>
              <a:gd name="connsiteX105" fmla="*/ 800216 w 1397362"/>
              <a:gd name="connsiteY105" fmla="*/ 1427686 h 1427685"/>
              <a:gd name="connsiteX106" fmla="*/ 863924 w 1397362"/>
              <a:gd name="connsiteY106" fmla="*/ 1417731 h 1427685"/>
              <a:gd name="connsiteX107" fmla="*/ 971431 w 1397362"/>
              <a:gd name="connsiteY107" fmla="*/ 1330133 h 1427685"/>
              <a:gd name="connsiteX108" fmla="*/ 1124728 w 1397362"/>
              <a:gd name="connsiteY108" fmla="*/ 1067338 h 1427685"/>
              <a:gd name="connsiteX109" fmla="*/ 1134682 w 1397362"/>
              <a:gd name="connsiteY109" fmla="*/ 1071320 h 1427685"/>
              <a:gd name="connsiteX110" fmla="*/ 1198390 w 1397362"/>
              <a:gd name="connsiteY110" fmla="*/ 1081274 h 1427685"/>
              <a:gd name="connsiteX111" fmla="*/ 1297934 w 1397362"/>
              <a:gd name="connsiteY111" fmla="*/ 1055393 h 1427685"/>
              <a:gd name="connsiteX112" fmla="*/ 1393495 w 1397362"/>
              <a:gd name="connsiteY112" fmla="*/ 923996 h 1427685"/>
              <a:gd name="connsiteX113" fmla="*/ 1371596 w 1397362"/>
              <a:gd name="connsiteY113" fmla="*/ 786626 h 1427685"/>
              <a:gd name="connsiteX114" fmla="*/ 1367614 w 1397362"/>
              <a:gd name="connsiteY114" fmla="*/ 786626 h 142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397362" h="1427685">
                <a:moveTo>
                  <a:pt x="1283997" y="904087"/>
                </a:moveTo>
                <a:cubicBezTo>
                  <a:pt x="1278025" y="929968"/>
                  <a:pt x="1264089" y="951868"/>
                  <a:pt x="1240198" y="963813"/>
                </a:cubicBezTo>
                <a:cubicBezTo>
                  <a:pt x="1218299" y="977749"/>
                  <a:pt x="1192417" y="979740"/>
                  <a:pt x="1166536" y="971776"/>
                </a:cubicBezTo>
                <a:lnTo>
                  <a:pt x="1134682" y="961822"/>
                </a:lnTo>
                <a:lnTo>
                  <a:pt x="1033148" y="786626"/>
                </a:lnTo>
                <a:cubicBezTo>
                  <a:pt x="1009257" y="746808"/>
                  <a:pt x="1019212" y="695046"/>
                  <a:pt x="1053056" y="665183"/>
                </a:cubicBezTo>
                <a:lnTo>
                  <a:pt x="1132691" y="595502"/>
                </a:lnTo>
                <a:lnTo>
                  <a:pt x="1272052" y="842370"/>
                </a:lnTo>
                <a:cubicBezTo>
                  <a:pt x="1282007" y="860288"/>
                  <a:pt x="1285989" y="884178"/>
                  <a:pt x="1282007" y="906078"/>
                </a:cubicBezTo>
                <a:lnTo>
                  <a:pt x="1283997" y="904087"/>
                </a:lnTo>
                <a:close/>
                <a:moveTo>
                  <a:pt x="875869" y="1278370"/>
                </a:moveTo>
                <a:cubicBezTo>
                  <a:pt x="863924" y="1298279"/>
                  <a:pt x="847997" y="1312215"/>
                  <a:pt x="826097" y="1318188"/>
                </a:cubicBezTo>
                <a:cubicBezTo>
                  <a:pt x="800216" y="1326151"/>
                  <a:pt x="774335" y="1324160"/>
                  <a:pt x="752435" y="1310224"/>
                </a:cubicBezTo>
                <a:cubicBezTo>
                  <a:pt x="730536" y="1296288"/>
                  <a:pt x="714608" y="1276380"/>
                  <a:pt x="708636" y="1250498"/>
                </a:cubicBezTo>
                <a:lnTo>
                  <a:pt x="702663" y="1216653"/>
                </a:lnTo>
                <a:lnTo>
                  <a:pt x="802207" y="1041457"/>
                </a:lnTo>
                <a:cubicBezTo>
                  <a:pt x="826097" y="1001639"/>
                  <a:pt x="873878" y="983722"/>
                  <a:pt x="917677" y="997658"/>
                </a:cubicBezTo>
                <a:lnTo>
                  <a:pt x="1019212" y="1031502"/>
                </a:lnTo>
                <a:lnTo>
                  <a:pt x="875869" y="1276380"/>
                </a:lnTo>
                <a:lnTo>
                  <a:pt x="875869" y="1278370"/>
                </a:lnTo>
                <a:close/>
                <a:moveTo>
                  <a:pt x="296526" y="1152946"/>
                </a:moveTo>
                <a:cubicBezTo>
                  <a:pt x="274626" y="1152946"/>
                  <a:pt x="252727" y="1144982"/>
                  <a:pt x="236799" y="1131046"/>
                </a:cubicBezTo>
                <a:cubicBezTo>
                  <a:pt x="216891" y="1113128"/>
                  <a:pt x="206936" y="1089238"/>
                  <a:pt x="206936" y="1063356"/>
                </a:cubicBezTo>
                <a:cubicBezTo>
                  <a:pt x="206936" y="1037475"/>
                  <a:pt x="216891" y="1013585"/>
                  <a:pt x="236799" y="995667"/>
                </a:cubicBezTo>
                <a:lnTo>
                  <a:pt x="262681" y="973767"/>
                </a:lnTo>
                <a:lnTo>
                  <a:pt x="463759" y="973767"/>
                </a:lnTo>
                <a:cubicBezTo>
                  <a:pt x="509549" y="973767"/>
                  <a:pt x="549366" y="1007612"/>
                  <a:pt x="559321" y="1051411"/>
                </a:cubicBezTo>
                <a:lnTo>
                  <a:pt x="579229" y="1154936"/>
                </a:lnTo>
                <a:lnTo>
                  <a:pt x="296526" y="1154936"/>
                </a:lnTo>
                <a:lnTo>
                  <a:pt x="296526" y="1152946"/>
                </a:lnTo>
                <a:close/>
                <a:moveTo>
                  <a:pt x="107393" y="525822"/>
                </a:moveTo>
                <a:cubicBezTo>
                  <a:pt x="113366" y="499940"/>
                  <a:pt x="127302" y="478041"/>
                  <a:pt x="151192" y="466096"/>
                </a:cubicBezTo>
                <a:cubicBezTo>
                  <a:pt x="165128" y="458132"/>
                  <a:pt x="181055" y="454150"/>
                  <a:pt x="196982" y="454150"/>
                </a:cubicBezTo>
                <a:cubicBezTo>
                  <a:pt x="206936" y="454150"/>
                  <a:pt x="216891" y="454150"/>
                  <a:pt x="224854" y="458132"/>
                </a:cubicBezTo>
                <a:lnTo>
                  <a:pt x="256708" y="468086"/>
                </a:lnTo>
                <a:lnTo>
                  <a:pt x="356252" y="643283"/>
                </a:lnTo>
                <a:cubicBezTo>
                  <a:pt x="380142" y="683100"/>
                  <a:pt x="370188" y="734863"/>
                  <a:pt x="336343" y="764726"/>
                </a:cubicBezTo>
                <a:lnTo>
                  <a:pt x="256708" y="834406"/>
                </a:lnTo>
                <a:lnTo>
                  <a:pt x="117347" y="587539"/>
                </a:lnTo>
                <a:cubicBezTo>
                  <a:pt x="107393" y="567630"/>
                  <a:pt x="103411" y="545730"/>
                  <a:pt x="107393" y="523831"/>
                </a:cubicBezTo>
                <a:lnTo>
                  <a:pt x="107393" y="525822"/>
                </a:lnTo>
                <a:close/>
                <a:moveTo>
                  <a:pt x="515521" y="151604"/>
                </a:moveTo>
                <a:cubicBezTo>
                  <a:pt x="525476" y="133687"/>
                  <a:pt x="543394" y="117760"/>
                  <a:pt x="565293" y="111787"/>
                </a:cubicBezTo>
                <a:cubicBezTo>
                  <a:pt x="589184" y="103824"/>
                  <a:pt x="617056" y="105814"/>
                  <a:pt x="638956" y="119751"/>
                </a:cubicBezTo>
                <a:cubicBezTo>
                  <a:pt x="660855" y="133687"/>
                  <a:pt x="676782" y="153595"/>
                  <a:pt x="682755" y="179477"/>
                </a:cubicBezTo>
                <a:lnTo>
                  <a:pt x="688727" y="209340"/>
                </a:lnTo>
                <a:lnTo>
                  <a:pt x="589184" y="386527"/>
                </a:lnTo>
                <a:cubicBezTo>
                  <a:pt x="565293" y="426344"/>
                  <a:pt x="517512" y="444262"/>
                  <a:pt x="473713" y="430326"/>
                </a:cubicBezTo>
                <a:lnTo>
                  <a:pt x="372179" y="396481"/>
                </a:lnTo>
                <a:lnTo>
                  <a:pt x="515521" y="151604"/>
                </a:lnTo>
                <a:close/>
                <a:moveTo>
                  <a:pt x="1092874" y="276963"/>
                </a:moveTo>
                <a:cubicBezTo>
                  <a:pt x="1114773" y="276963"/>
                  <a:pt x="1136673" y="284926"/>
                  <a:pt x="1152600" y="298862"/>
                </a:cubicBezTo>
                <a:cubicBezTo>
                  <a:pt x="1172509" y="316780"/>
                  <a:pt x="1182463" y="340671"/>
                  <a:pt x="1182463" y="366552"/>
                </a:cubicBezTo>
                <a:cubicBezTo>
                  <a:pt x="1182463" y="392433"/>
                  <a:pt x="1172509" y="416324"/>
                  <a:pt x="1152600" y="434242"/>
                </a:cubicBezTo>
                <a:lnTo>
                  <a:pt x="1126719" y="456141"/>
                </a:lnTo>
                <a:lnTo>
                  <a:pt x="925641" y="456141"/>
                </a:lnTo>
                <a:cubicBezTo>
                  <a:pt x="879851" y="456141"/>
                  <a:pt x="840033" y="422296"/>
                  <a:pt x="830079" y="378497"/>
                </a:cubicBezTo>
                <a:lnTo>
                  <a:pt x="810170" y="274972"/>
                </a:lnTo>
                <a:lnTo>
                  <a:pt x="1092874" y="274972"/>
                </a:lnTo>
                <a:lnTo>
                  <a:pt x="1092874" y="276963"/>
                </a:lnTo>
                <a:close/>
                <a:moveTo>
                  <a:pt x="941568" y="840379"/>
                </a:moveTo>
                <a:lnTo>
                  <a:pt x="981385" y="908069"/>
                </a:lnTo>
                <a:lnTo>
                  <a:pt x="953513" y="898114"/>
                </a:lnTo>
                <a:cubicBezTo>
                  <a:pt x="861933" y="866260"/>
                  <a:pt x="758408" y="906078"/>
                  <a:pt x="710627" y="989694"/>
                </a:cubicBezTo>
                <a:lnTo>
                  <a:pt x="670809" y="1057384"/>
                </a:lnTo>
                <a:lnTo>
                  <a:pt x="664837" y="1027521"/>
                </a:lnTo>
                <a:cubicBezTo>
                  <a:pt x="644928" y="931959"/>
                  <a:pt x="561312" y="862279"/>
                  <a:pt x="463759" y="862279"/>
                </a:cubicBezTo>
                <a:lnTo>
                  <a:pt x="384124" y="862279"/>
                </a:lnTo>
                <a:lnTo>
                  <a:pt x="406023" y="842370"/>
                </a:lnTo>
                <a:cubicBezTo>
                  <a:pt x="479686" y="778662"/>
                  <a:pt x="497603" y="671155"/>
                  <a:pt x="447832" y="587539"/>
                </a:cubicBezTo>
                <a:lnTo>
                  <a:pt x="408014" y="519849"/>
                </a:lnTo>
                <a:lnTo>
                  <a:pt x="435886" y="529803"/>
                </a:lnTo>
                <a:cubicBezTo>
                  <a:pt x="457786" y="537767"/>
                  <a:pt x="479686" y="539758"/>
                  <a:pt x="501585" y="539758"/>
                </a:cubicBezTo>
                <a:cubicBezTo>
                  <a:pt x="573257" y="539758"/>
                  <a:pt x="642937" y="501931"/>
                  <a:pt x="678773" y="438223"/>
                </a:cubicBezTo>
                <a:lnTo>
                  <a:pt x="718590" y="370534"/>
                </a:lnTo>
                <a:lnTo>
                  <a:pt x="724563" y="400397"/>
                </a:lnTo>
                <a:cubicBezTo>
                  <a:pt x="744471" y="495959"/>
                  <a:pt x="828088" y="563648"/>
                  <a:pt x="925641" y="563648"/>
                </a:cubicBezTo>
                <a:lnTo>
                  <a:pt x="1005275" y="563648"/>
                </a:lnTo>
                <a:lnTo>
                  <a:pt x="983376" y="583557"/>
                </a:lnTo>
                <a:cubicBezTo>
                  <a:pt x="909714" y="647265"/>
                  <a:pt x="891796" y="754772"/>
                  <a:pt x="941568" y="838388"/>
                </a:cubicBezTo>
                <a:lnTo>
                  <a:pt x="941568" y="840379"/>
                </a:lnTo>
                <a:close/>
                <a:moveTo>
                  <a:pt x="1367614" y="786626"/>
                </a:moveTo>
                <a:lnTo>
                  <a:pt x="1216308" y="521840"/>
                </a:lnTo>
                <a:lnTo>
                  <a:pt x="1224271" y="515867"/>
                </a:lnTo>
                <a:cubicBezTo>
                  <a:pt x="1266080" y="478041"/>
                  <a:pt x="1291961" y="424287"/>
                  <a:pt x="1291961" y="368543"/>
                </a:cubicBezTo>
                <a:cubicBezTo>
                  <a:pt x="1291961" y="312799"/>
                  <a:pt x="1268071" y="257054"/>
                  <a:pt x="1224271" y="219228"/>
                </a:cubicBezTo>
                <a:cubicBezTo>
                  <a:pt x="1188436" y="187374"/>
                  <a:pt x="1142646" y="169456"/>
                  <a:pt x="1094865" y="169456"/>
                </a:cubicBezTo>
                <a:lnTo>
                  <a:pt x="790262" y="169456"/>
                </a:lnTo>
                <a:lnTo>
                  <a:pt x="788271" y="157511"/>
                </a:lnTo>
                <a:cubicBezTo>
                  <a:pt x="776325" y="101766"/>
                  <a:pt x="742481" y="53985"/>
                  <a:pt x="692709" y="26113"/>
                </a:cubicBezTo>
                <a:cubicBezTo>
                  <a:pt x="642937" y="-1759"/>
                  <a:pt x="585202" y="-7732"/>
                  <a:pt x="531448" y="10186"/>
                </a:cubicBezTo>
                <a:cubicBezTo>
                  <a:pt x="485658" y="26113"/>
                  <a:pt x="447832" y="55976"/>
                  <a:pt x="423941" y="97785"/>
                </a:cubicBezTo>
                <a:lnTo>
                  <a:pt x="270644" y="360579"/>
                </a:lnTo>
                <a:lnTo>
                  <a:pt x="260690" y="356598"/>
                </a:lnTo>
                <a:cubicBezTo>
                  <a:pt x="206936" y="338680"/>
                  <a:pt x="147210" y="344652"/>
                  <a:pt x="99429" y="372525"/>
                </a:cubicBezTo>
                <a:cubicBezTo>
                  <a:pt x="49658" y="400397"/>
                  <a:pt x="15813" y="448178"/>
                  <a:pt x="3868" y="503922"/>
                </a:cubicBezTo>
                <a:cubicBezTo>
                  <a:pt x="-6087" y="551703"/>
                  <a:pt x="3868" y="599484"/>
                  <a:pt x="25767" y="641292"/>
                </a:cubicBezTo>
                <a:lnTo>
                  <a:pt x="177073" y="906078"/>
                </a:lnTo>
                <a:lnTo>
                  <a:pt x="169110" y="912050"/>
                </a:lnTo>
                <a:cubicBezTo>
                  <a:pt x="127302" y="949877"/>
                  <a:pt x="101420" y="1003630"/>
                  <a:pt x="101420" y="1061366"/>
                </a:cubicBezTo>
                <a:cubicBezTo>
                  <a:pt x="101420" y="1119101"/>
                  <a:pt x="125311" y="1172854"/>
                  <a:pt x="169110" y="1208690"/>
                </a:cubicBezTo>
                <a:cubicBezTo>
                  <a:pt x="204946" y="1240544"/>
                  <a:pt x="250736" y="1258462"/>
                  <a:pt x="298516" y="1258462"/>
                </a:cubicBezTo>
                <a:lnTo>
                  <a:pt x="603120" y="1258462"/>
                </a:lnTo>
                <a:lnTo>
                  <a:pt x="605110" y="1270407"/>
                </a:lnTo>
                <a:cubicBezTo>
                  <a:pt x="617056" y="1326151"/>
                  <a:pt x="650901" y="1373932"/>
                  <a:pt x="700672" y="1401804"/>
                </a:cubicBezTo>
                <a:cubicBezTo>
                  <a:pt x="730536" y="1419722"/>
                  <a:pt x="764380" y="1427686"/>
                  <a:pt x="800216" y="1427686"/>
                </a:cubicBezTo>
                <a:cubicBezTo>
                  <a:pt x="822115" y="1427686"/>
                  <a:pt x="842024" y="1423704"/>
                  <a:pt x="863924" y="1417731"/>
                </a:cubicBezTo>
                <a:cubicBezTo>
                  <a:pt x="909714" y="1401804"/>
                  <a:pt x="947540" y="1371941"/>
                  <a:pt x="971431" y="1330133"/>
                </a:cubicBezTo>
                <a:lnTo>
                  <a:pt x="1124728" y="1067338"/>
                </a:lnTo>
                <a:lnTo>
                  <a:pt x="1134682" y="1071320"/>
                </a:lnTo>
                <a:cubicBezTo>
                  <a:pt x="1154591" y="1077293"/>
                  <a:pt x="1176491" y="1081274"/>
                  <a:pt x="1198390" y="1081274"/>
                </a:cubicBezTo>
                <a:cubicBezTo>
                  <a:pt x="1232235" y="1081274"/>
                  <a:pt x="1266080" y="1073311"/>
                  <a:pt x="1297934" y="1055393"/>
                </a:cubicBezTo>
                <a:cubicBezTo>
                  <a:pt x="1347705" y="1027521"/>
                  <a:pt x="1381550" y="979740"/>
                  <a:pt x="1393495" y="923996"/>
                </a:cubicBezTo>
                <a:cubicBezTo>
                  <a:pt x="1403450" y="876215"/>
                  <a:pt x="1393495" y="828434"/>
                  <a:pt x="1371596" y="786626"/>
                </a:cubicBezTo>
                <a:lnTo>
                  <a:pt x="1367614" y="786626"/>
                </a:lnTo>
                <a:close/>
              </a:path>
            </a:pathLst>
          </a:custGeom>
          <a:solidFill>
            <a:srgbClr val="FAFAFA"/>
          </a:solidFill>
          <a:ln w="6631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37883388-CCCD-BAA5-C698-1302D735C3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  <p:sp>
        <p:nvSpPr>
          <p:cNvPr id="34" name="Rechthoek 33">
            <a:extLst>
              <a:ext uri="{FF2B5EF4-FFF2-40B4-BE49-F238E27FC236}">
                <a16:creationId xmlns:a16="http://schemas.microsoft.com/office/drawing/2014/main" id="{CC09CA90-1A9B-6BE3-1487-423CC0B9C2C8}"/>
              </a:ext>
            </a:extLst>
          </p:cNvPr>
          <p:cNvSpPr/>
          <p:nvPr userDrawn="1"/>
        </p:nvSpPr>
        <p:spPr>
          <a:xfrm>
            <a:off x="0" y="-425941"/>
            <a:ext cx="185345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Wachtscherm + logo </a:t>
            </a:r>
          </a:p>
        </p:txBody>
      </p:sp>
      <p:sp>
        <p:nvSpPr>
          <p:cNvPr id="37" name="Vrije vorm: vorm 36">
            <a:extLst>
              <a:ext uri="{FF2B5EF4-FFF2-40B4-BE49-F238E27FC236}">
                <a16:creationId xmlns:a16="http://schemas.microsoft.com/office/drawing/2014/main" id="{7B8E1519-EED8-E810-5EDF-913FCA5C9D73}"/>
              </a:ext>
            </a:extLst>
          </p:cNvPr>
          <p:cNvSpPr/>
          <p:nvPr/>
        </p:nvSpPr>
        <p:spPr>
          <a:xfrm>
            <a:off x="6630924" y="3128567"/>
            <a:ext cx="115396" cy="115246"/>
          </a:xfrm>
          <a:custGeom>
            <a:avLst/>
            <a:gdLst>
              <a:gd name="connsiteX0" fmla="*/ 98543 w 115396"/>
              <a:gd name="connsiteY0" fmla="*/ 16878 h 115246"/>
              <a:gd name="connsiteX1" fmla="*/ 80215 w 115396"/>
              <a:gd name="connsiteY1" fmla="*/ 4501 h 115246"/>
              <a:gd name="connsiteX2" fmla="*/ 57811 w 115396"/>
              <a:gd name="connsiteY2" fmla="*/ 0 h 115246"/>
              <a:gd name="connsiteX3" fmla="*/ 28680 w 115396"/>
              <a:gd name="connsiteY3" fmla="*/ 7776 h 115246"/>
              <a:gd name="connsiteX4" fmla="*/ 7751 w 115396"/>
              <a:gd name="connsiteY4" fmla="*/ 28605 h 115246"/>
              <a:gd name="connsiteX5" fmla="*/ 0 w 115396"/>
              <a:gd name="connsiteY5" fmla="*/ 57636 h 115246"/>
              <a:gd name="connsiteX6" fmla="*/ 7751 w 115396"/>
              <a:gd name="connsiteY6" fmla="*/ 86566 h 115246"/>
              <a:gd name="connsiteX7" fmla="*/ 28680 w 115396"/>
              <a:gd name="connsiteY7" fmla="*/ 107495 h 115246"/>
              <a:gd name="connsiteX8" fmla="*/ 57811 w 115396"/>
              <a:gd name="connsiteY8" fmla="*/ 115246 h 115246"/>
              <a:gd name="connsiteX9" fmla="*/ 86841 w 115396"/>
              <a:gd name="connsiteY9" fmla="*/ 107495 h 115246"/>
              <a:gd name="connsiteX10" fmla="*/ 107645 w 115396"/>
              <a:gd name="connsiteY10" fmla="*/ 86566 h 115246"/>
              <a:gd name="connsiteX11" fmla="*/ 115396 w 115396"/>
              <a:gd name="connsiteY11" fmla="*/ 57636 h 115246"/>
              <a:gd name="connsiteX12" fmla="*/ 110895 w 115396"/>
              <a:gd name="connsiteY12" fmla="*/ 35232 h 115246"/>
              <a:gd name="connsiteX13" fmla="*/ 98518 w 115396"/>
              <a:gd name="connsiteY13" fmla="*/ 16903 h 115246"/>
              <a:gd name="connsiteX14" fmla="*/ 97768 w 115396"/>
              <a:gd name="connsiteY14" fmla="*/ 81015 h 115246"/>
              <a:gd name="connsiteX15" fmla="*/ 81115 w 115396"/>
              <a:gd name="connsiteY15" fmla="*/ 97668 h 115246"/>
              <a:gd name="connsiteX16" fmla="*/ 57811 w 115396"/>
              <a:gd name="connsiteY16" fmla="*/ 103744 h 115246"/>
              <a:gd name="connsiteX17" fmla="*/ 34306 w 115396"/>
              <a:gd name="connsiteY17" fmla="*/ 97568 h 115246"/>
              <a:gd name="connsiteX18" fmla="*/ 17653 w 115396"/>
              <a:gd name="connsiteY18" fmla="*/ 80915 h 115246"/>
              <a:gd name="connsiteX19" fmla="*/ 11452 w 115396"/>
              <a:gd name="connsiteY19" fmla="*/ 57611 h 115246"/>
              <a:gd name="connsiteX20" fmla="*/ 17653 w 115396"/>
              <a:gd name="connsiteY20" fmla="*/ 34331 h 115246"/>
              <a:gd name="connsiteX21" fmla="*/ 34306 w 115396"/>
              <a:gd name="connsiteY21" fmla="*/ 17678 h 115246"/>
              <a:gd name="connsiteX22" fmla="*/ 57811 w 115396"/>
              <a:gd name="connsiteY22" fmla="*/ 11477 h 115246"/>
              <a:gd name="connsiteX23" fmla="*/ 81115 w 115396"/>
              <a:gd name="connsiteY23" fmla="*/ 17678 h 115246"/>
              <a:gd name="connsiteX24" fmla="*/ 97768 w 115396"/>
              <a:gd name="connsiteY24" fmla="*/ 34331 h 115246"/>
              <a:gd name="connsiteX25" fmla="*/ 103969 w 115396"/>
              <a:gd name="connsiteY25" fmla="*/ 57611 h 115246"/>
              <a:gd name="connsiteX26" fmla="*/ 97768 w 115396"/>
              <a:gd name="connsiteY26" fmla="*/ 81015 h 11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5396" h="115246">
                <a:moveTo>
                  <a:pt x="98543" y="16878"/>
                </a:moveTo>
                <a:cubicBezTo>
                  <a:pt x="93292" y="11627"/>
                  <a:pt x="87191" y="7501"/>
                  <a:pt x="80215" y="4501"/>
                </a:cubicBezTo>
                <a:cubicBezTo>
                  <a:pt x="73239" y="1500"/>
                  <a:pt x="65762" y="0"/>
                  <a:pt x="57811" y="0"/>
                </a:cubicBezTo>
                <a:cubicBezTo>
                  <a:pt x="47159" y="0"/>
                  <a:pt x="37432" y="2601"/>
                  <a:pt x="28680" y="7776"/>
                </a:cubicBezTo>
                <a:cubicBezTo>
                  <a:pt x="19904" y="12952"/>
                  <a:pt x="12928" y="19904"/>
                  <a:pt x="7751" y="28605"/>
                </a:cubicBezTo>
                <a:cubicBezTo>
                  <a:pt x="2576" y="37307"/>
                  <a:pt x="0" y="46984"/>
                  <a:pt x="0" y="57636"/>
                </a:cubicBezTo>
                <a:cubicBezTo>
                  <a:pt x="0" y="68288"/>
                  <a:pt x="2601" y="77789"/>
                  <a:pt x="7751" y="86566"/>
                </a:cubicBezTo>
                <a:cubicBezTo>
                  <a:pt x="12928" y="95343"/>
                  <a:pt x="19904" y="102319"/>
                  <a:pt x="28680" y="107495"/>
                </a:cubicBezTo>
                <a:cubicBezTo>
                  <a:pt x="37457" y="112671"/>
                  <a:pt x="47159" y="115246"/>
                  <a:pt x="57811" y="115246"/>
                </a:cubicBezTo>
                <a:cubicBezTo>
                  <a:pt x="68463" y="115246"/>
                  <a:pt x="78139" y="112671"/>
                  <a:pt x="86841" y="107495"/>
                </a:cubicBezTo>
                <a:cubicBezTo>
                  <a:pt x="95543" y="102319"/>
                  <a:pt x="102469" y="95343"/>
                  <a:pt x="107645" y="86566"/>
                </a:cubicBezTo>
                <a:cubicBezTo>
                  <a:pt x="112821" y="77789"/>
                  <a:pt x="115396" y="68163"/>
                  <a:pt x="115396" y="57636"/>
                </a:cubicBezTo>
                <a:cubicBezTo>
                  <a:pt x="115396" y="49684"/>
                  <a:pt x="113896" y="42208"/>
                  <a:pt x="110895" y="35232"/>
                </a:cubicBezTo>
                <a:cubicBezTo>
                  <a:pt x="107895" y="28255"/>
                  <a:pt x="103769" y="22154"/>
                  <a:pt x="98518" y="16903"/>
                </a:cubicBezTo>
                <a:close/>
                <a:moveTo>
                  <a:pt x="97768" y="81015"/>
                </a:moveTo>
                <a:cubicBezTo>
                  <a:pt x="93642" y="88066"/>
                  <a:pt x="88091" y="93617"/>
                  <a:pt x="81115" y="97668"/>
                </a:cubicBezTo>
                <a:cubicBezTo>
                  <a:pt x="74139" y="101719"/>
                  <a:pt x="66362" y="103744"/>
                  <a:pt x="57811" y="103744"/>
                </a:cubicBezTo>
                <a:cubicBezTo>
                  <a:pt x="49259" y="103744"/>
                  <a:pt x="41283" y="101694"/>
                  <a:pt x="34306" y="97568"/>
                </a:cubicBezTo>
                <a:cubicBezTo>
                  <a:pt x="27330" y="93442"/>
                  <a:pt x="21779" y="87891"/>
                  <a:pt x="17653" y="80915"/>
                </a:cubicBezTo>
                <a:cubicBezTo>
                  <a:pt x="13528" y="73939"/>
                  <a:pt x="11452" y="66162"/>
                  <a:pt x="11452" y="57611"/>
                </a:cubicBezTo>
                <a:cubicBezTo>
                  <a:pt x="11452" y="49059"/>
                  <a:pt x="13503" y="41308"/>
                  <a:pt x="17653" y="34331"/>
                </a:cubicBezTo>
                <a:cubicBezTo>
                  <a:pt x="21779" y="27355"/>
                  <a:pt x="27330" y="21804"/>
                  <a:pt x="34306" y="17678"/>
                </a:cubicBezTo>
                <a:cubicBezTo>
                  <a:pt x="41283" y="13553"/>
                  <a:pt x="49109" y="11477"/>
                  <a:pt x="57811" y="11477"/>
                </a:cubicBezTo>
                <a:cubicBezTo>
                  <a:pt x="66512" y="11477"/>
                  <a:pt x="74139" y="13553"/>
                  <a:pt x="81115" y="17678"/>
                </a:cubicBezTo>
                <a:cubicBezTo>
                  <a:pt x="88091" y="21804"/>
                  <a:pt x="93642" y="27355"/>
                  <a:pt x="97768" y="34331"/>
                </a:cubicBezTo>
                <a:cubicBezTo>
                  <a:pt x="101894" y="41308"/>
                  <a:pt x="103969" y="49059"/>
                  <a:pt x="103969" y="57611"/>
                </a:cubicBezTo>
                <a:cubicBezTo>
                  <a:pt x="103969" y="66162"/>
                  <a:pt x="101894" y="73964"/>
                  <a:pt x="97768" y="81015"/>
                </a:cubicBezTo>
                <a:close/>
              </a:path>
            </a:pathLst>
          </a:custGeom>
          <a:solidFill>
            <a:schemeClr val="bg1"/>
          </a:solidFill>
          <a:ln w="2496" cap="flat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solidFill>
                <a:schemeClr val="bg1"/>
              </a:solidFill>
            </a:endParaRPr>
          </a:p>
        </p:txBody>
      </p:sp>
      <p:sp>
        <p:nvSpPr>
          <p:cNvPr id="40" name="Vrije vorm: vorm 39">
            <a:extLst>
              <a:ext uri="{FF2B5EF4-FFF2-40B4-BE49-F238E27FC236}">
                <a16:creationId xmlns:a16="http://schemas.microsoft.com/office/drawing/2014/main" id="{048EC2B7-711F-1837-2E40-790C29267340}"/>
              </a:ext>
            </a:extLst>
          </p:cNvPr>
          <p:cNvSpPr/>
          <p:nvPr/>
        </p:nvSpPr>
        <p:spPr>
          <a:xfrm>
            <a:off x="6667831" y="3155572"/>
            <a:ext cx="47933" cy="60761"/>
          </a:xfrm>
          <a:custGeom>
            <a:avLst/>
            <a:gdLst>
              <a:gd name="connsiteX0" fmla="*/ 41958 w 47933"/>
              <a:gd name="connsiteY0" fmla="*/ 29580 h 60761"/>
              <a:gd name="connsiteX1" fmla="*/ 44558 w 47933"/>
              <a:gd name="connsiteY1" fmla="*/ 19329 h 60761"/>
              <a:gd name="connsiteX2" fmla="*/ 38607 w 47933"/>
              <a:gd name="connsiteY2" fmla="*/ 5051 h 60761"/>
              <a:gd name="connsiteX3" fmla="*/ 23404 w 47933"/>
              <a:gd name="connsiteY3" fmla="*/ 0 h 60761"/>
              <a:gd name="connsiteX4" fmla="*/ 0 w 47933"/>
              <a:gd name="connsiteY4" fmla="*/ 0 h 60761"/>
              <a:gd name="connsiteX5" fmla="*/ 0 w 47933"/>
              <a:gd name="connsiteY5" fmla="*/ 60761 h 60761"/>
              <a:gd name="connsiteX6" fmla="*/ 11477 w 47933"/>
              <a:gd name="connsiteY6" fmla="*/ 60761 h 60761"/>
              <a:gd name="connsiteX7" fmla="*/ 11477 w 47933"/>
              <a:gd name="connsiteY7" fmla="*/ 38707 h 60761"/>
              <a:gd name="connsiteX8" fmla="*/ 22504 w 47933"/>
              <a:gd name="connsiteY8" fmla="*/ 38707 h 60761"/>
              <a:gd name="connsiteX9" fmla="*/ 34881 w 47933"/>
              <a:gd name="connsiteY9" fmla="*/ 60761 h 60761"/>
              <a:gd name="connsiteX10" fmla="*/ 47934 w 47933"/>
              <a:gd name="connsiteY10" fmla="*/ 60761 h 60761"/>
              <a:gd name="connsiteX11" fmla="*/ 33756 w 47933"/>
              <a:gd name="connsiteY11" fmla="*/ 36682 h 60761"/>
              <a:gd name="connsiteX12" fmla="*/ 41958 w 47933"/>
              <a:gd name="connsiteY12" fmla="*/ 29605 h 60761"/>
              <a:gd name="connsiteX13" fmla="*/ 30480 w 47933"/>
              <a:gd name="connsiteY13" fmla="*/ 25880 h 60761"/>
              <a:gd name="connsiteX14" fmla="*/ 23404 w 47933"/>
              <a:gd name="connsiteY14" fmla="*/ 28580 h 60761"/>
              <a:gd name="connsiteX15" fmla="*/ 11477 w 47933"/>
              <a:gd name="connsiteY15" fmla="*/ 28580 h 60761"/>
              <a:gd name="connsiteX16" fmla="*/ 11477 w 47933"/>
              <a:gd name="connsiteY16" fmla="*/ 10352 h 60761"/>
              <a:gd name="connsiteX17" fmla="*/ 23404 w 47933"/>
              <a:gd name="connsiteY17" fmla="*/ 10352 h 60761"/>
              <a:gd name="connsiteX18" fmla="*/ 30480 w 47933"/>
              <a:gd name="connsiteY18" fmla="*/ 12827 h 60761"/>
              <a:gd name="connsiteX19" fmla="*/ 33081 w 47933"/>
              <a:gd name="connsiteY19" fmla="*/ 19354 h 60761"/>
              <a:gd name="connsiteX20" fmla="*/ 30480 w 47933"/>
              <a:gd name="connsiteY20" fmla="*/ 25880 h 60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7933" h="60761">
                <a:moveTo>
                  <a:pt x="41958" y="29580"/>
                </a:moveTo>
                <a:cubicBezTo>
                  <a:pt x="43683" y="26505"/>
                  <a:pt x="44558" y="23104"/>
                  <a:pt x="44558" y="19329"/>
                </a:cubicBezTo>
                <a:cubicBezTo>
                  <a:pt x="44558" y="13177"/>
                  <a:pt x="42558" y="8427"/>
                  <a:pt x="38607" y="5051"/>
                </a:cubicBezTo>
                <a:cubicBezTo>
                  <a:pt x="34631" y="1675"/>
                  <a:pt x="29555" y="0"/>
                  <a:pt x="23404" y="0"/>
                </a:cubicBezTo>
                <a:lnTo>
                  <a:pt x="0" y="0"/>
                </a:lnTo>
                <a:lnTo>
                  <a:pt x="0" y="60761"/>
                </a:lnTo>
                <a:lnTo>
                  <a:pt x="11477" y="60761"/>
                </a:lnTo>
                <a:lnTo>
                  <a:pt x="11477" y="38707"/>
                </a:lnTo>
                <a:lnTo>
                  <a:pt x="22504" y="38707"/>
                </a:lnTo>
                <a:lnTo>
                  <a:pt x="34881" y="60761"/>
                </a:lnTo>
                <a:lnTo>
                  <a:pt x="47934" y="60761"/>
                </a:lnTo>
                <a:lnTo>
                  <a:pt x="33756" y="36682"/>
                </a:lnTo>
                <a:cubicBezTo>
                  <a:pt x="37507" y="35031"/>
                  <a:pt x="40232" y="32681"/>
                  <a:pt x="41958" y="29605"/>
                </a:cubicBezTo>
                <a:close/>
                <a:moveTo>
                  <a:pt x="30480" y="25880"/>
                </a:moveTo>
                <a:cubicBezTo>
                  <a:pt x="28755" y="27680"/>
                  <a:pt x="26380" y="28580"/>
                  <a:pt x="23404" y="28580"/>
                </a:cubicBezTo>
                <a:lnTo>
                  <a:pt x="11477" y="28580"/>
                </a:lnTo>
                <a:lnTo>
                  <a:pt x="11477" y="10352"/>
                </a:lnTo>
                <a:lnTo>
                  <a:pt x="23404" y="10352"/>
                </a:lnTo>
                <a:cubicBezTo>
                  <a:pt x="26405" y="10352"/>
                  <a:pt x="28755" y="11177"/>
                  <a:pt x="30480" y="12827"/>
                </a:cubicBezTo>
                <a:cubicBezTo>
                  <a:pt x="32206" y="14478"/>
                  <a:pt x="33081" y="16653"/>
                  <a:pt x="33081" y="19354"/>
                </a:cubicBezTo>
                <a:cubicBezTo>
                  <a:pt x="33081" y="21904"/>
                  <a:pt x="32206" y="24079"/>
                  <a:pt x="30480" y="25880"/>
                </a:cubicBezTo>
                <a:close/>
              </a:path>
            </a:pathLst>
          </a:custGeom>
          <a:solidFill>
            <a:schemeClr val="bg1"/>
          </a:solidFill>
          <a:ln w="2496" cap="flat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79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accel="50400" decel="496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accel="50400" decel="496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50400" decel="496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accel="50400" decel="496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5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accel="50400" decel="496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50400" decel="496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5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63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1.04167E-6 -2.96296E-6 L 0.13294 -2.96296E-6 " pathEditMode="relative" rAng="0" ptsTypes="AA">
                                      <p:cBhvr>
                                        <p:cTn id="45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41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8" presetClass="emph" presetSubtype="0" accel="50000" decel="50000" fill="hold" grpId="2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-10800000">
                                      <p:cBhvr>
                                        <p:cTn id="47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1667 -0.00046 L -2.08333E-7 3.7037E-7 " pathEditMode="relative" rAng="0" ptsTypes="AA">
                                      <p:cBhvr>
                                        <p:cTn id="5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" y="23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pat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1667 -0.00046 L -2.08333E-7 3.7037E-7 " pathEditMode="relative" rAng="0" ptsTypes="AA">
                                      <p:cBhvr>
                                        <p:cTn id="5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" y="23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1667 -0.00046 L -2.08333E-7 3.7037E-7 " pathEditMode="relative" rAng="0" ptsTypes="AA">
                                      <p:cBhvr>
                                        <p:cTn id="6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" y="23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.01667 -0.00046 L -2.08333E-7 3.7037E-7 " pathEditMode="relative" rAng="0" ptsTypes="AA">
                                      <p:cBhvr>
                                        <p:cTn id="6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" y="23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.01667 -0.00046 L -2.08333E-7 3.7037E-7 " pathEditMode="relative" rAng="0" ptsTypes="AA">
                                      <p:cBhvr>
                                        <p:cTn id="7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" y="23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path" presetSubtype="0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1667 -0.00046 L -2.08333E-7 3.7037E-7 " pathEditMode="relative" rAng="0" ptsTypes="AA">
                                      <p:cBhvr>
                                        <p:cTn id="7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" y="23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33" grpId="0" animBg="1"/>
      <p:bldP spid="33" grpId="1" animBg="1"/>
      <p:bldP spid="33" grpId="2" animBg="1"/>
      <p:bldP spid="37" grpId="0" animBg="1"/>
      <p:bldP spid="4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944BDE20-5AB7-5199-2426-EF269D5A8375}"/>
              </a:ext>
            </a:extLst>
          </p:cNvPr>
          <p:cNvSpPr/>
          <p:nvPr userDrawn="1"/>
        </p:nvSpPr>
        <p:spPr>
          <a:xfrm flipH="1">
            <a:off x="0" y="-2"/>
            <a:ext cx="12192000" cy="6858000"/>
          </a:xfrm>
          <a:prstGeom prst="rect">
            <a:avLst/>
          </a:prstGeom>
          <a:gradFill flip="none" rotWithShape="1">
            <a:gsLst>
              <a:gs pos="43000">
                <a:srgbClr val="222D47"/>
              </a:gs>
              <a:gs pos="57000">
                <a:srgbClr val="2C3C51"/>
              </a:gs>
              <a:gs pos="72000">
                <a:srgbClr val="3D5762"/>
              </a:gs>
              <a:gs pos="87000">
                <a:srgbClr val="5B867F"/>
              </a:gs>
              <a:gs pos="33000">
                <a:schemeClr val="accent1"/>
              </a:gs>
              <a:gs pos="100000">
                <a:srgbClr val="84C5A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28" name="Tijdelijke aanduiding voor afbeelding 27">
            <a:extLst>
              <a:ext uri="{FF2B5EF4-FFF2-40B4-BE49-F238E27FC236}">
                <a16:creationId xmlns:a16="http://schemas.microsoft.com/office/drawing/2014/main" id="{903662F5-C7E6-7C30-555C-50EBADF574A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9138" y="-425942"/>
            <a:ext cx="5782022" cy="6769590"/>
          </a:xfrm>
          <a:custGeom>
            <a:avLst/>
            <a:gdLst>
              <a:gd name="connsiteX0" fmla="*/ 0 w 5782022"/>
              <a:gd name="connsiteY0" fmla="*/ 425941 h 6769590"/>
              <a:gd name="connsiteX1" fmla="*/ 5782022 w 5782022"/>
              <a:gd name="connsiteY1" fmla="*/ 425941 h 6769590"/>
              <a:gd name="connsiteX2" fmla="*/ 5782022 w 5782022"/>
              <a:gd name="connsiteY2" fmla="*/ 6769590 h 6769590"/>
              <a:gd name="connsiteX3" fmla="*/ 0 w 5782022"/>
              <a:gd name="connsiteY3" fmla="*/ 6769590 h 6769590"/>
              <a:gd name="connsiteX4" fmla="*/ 4874138 w 5782022"/>
              <a:gd name="connsiteY4" fmla="*/ 0 h 6769590"/>
              <a:gd name="connsiteX5" fmla="*/ 5782015 w 5782022"/>
              <a:gd name="connsiteY5" fmla="*/ 0 h 6769590"/>
              <a:gd name="connsiteX6" fmla="*/ 5782015 w 5782022"/>
              <a:gd name="connsiteY6" fmla="*/ 425939 h 6769590"/>
              <a:gd name="connsiteX7" fmla="*/ 4874138 w 5782022"/>
              <a:gd name="connsiteY7" fmla="*/ 425939 h 6769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82022" h="6769590">
                <a:moveTo>
                  <a:pt x="0" y="425941"/>
                </a:moveTo>
                <a:lnTo>
                  <a:pt x="5782022" y="425941"/>
                </a:lnTo>
                <a:lnTo>
                  <a:pt x="5782022" y="6769590"/>
                </a:lnTo>
                <a:lnTo>
                  <a:pt x="0" y="6769590"/>
                </a:lnTo>
                <a:close/>
                <a:moveTo>
                  <a:pt x="4874138" y="0"/>
                </a:moveTo>
                <a:lnTo>
                  <a:pt x="5782015" y="0"/>
                </a:lnTo>
                <a:lnTo>
                  <a:pt x="5782015" y="425939"/>
                </a:lnTo>
                <a:lnTo>
                  <a:pt x="4874138" y="4259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360000" tIns="0" rIns="36000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 </a:t>
            </a:r>
          </a:p>
        </p:txBody>
      </p:sp>
      <p:sp>
        <p:nvSpPr>
          <p:cNvPr id="2" name="Tijdelijke aanduiding voor tekst 7">
            <a:extLst>
              <a:ext uri="{FF2B5EF4-FFF2-40B4-BE49-F238E27FC236}">
                <a16:creationId xmlns:a16="http://schemas.microsoft.com/office/drawing/2014/main" id="{35A552B6-311E-7209-5886-97E8598BAE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719130" y="-2"/>
            <a:ext cx="5782023" cy="6343651"/>
          </a:xfrm>
          <a:gradFill flip="none" rotWithShape="1">
            <a:gsLst>
              <a:gs pos="35000">
                <a:schemeClr val="tx1">
                  <a:alpha val="0"/>
                </a:schemeClr>
              </a:gs>
              <a:gs pos="100000">
                <a:schemeClr val="tx1">
                  <a:alpha val="89000"/>
                </a:schemeClr>
              </a:gs>
            </a:gsLst>
            <a:lin ang="1200000" scaled="0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5054ACA5-C991-C6EC-0306-8F9CBDD90B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0613" y="3504557"/>
            <a:ext cx="4278738" cy="1224304"/>
          </a:xfrm>
        </p:spPr>
        <p:txBody>
          <a:bodyPr anchor="b"/>
          <a:lstStyle>
            <a:lvl1pPr algn="l"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nl-NL" noProof="0"/>
              <a:t>Titel van de presentatie</a:t>
            </a:r>
          </a:p>
        </p:txBody>
      </p:sp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06BC6AAE-3D2F-8239-63F9-470BF93332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90613" y="4991519"/>
            <a:ext cx="4278738" cy="397748"/>
          </a:xfrm>
        </p:spPr>
        <p:txBody>
          <a:bodyPr/>
          <a:lstStyle>
            <a:lvl1pPr marL="0" indent="0">
              <a:buNone/>
              <a:defRPr sz="2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Subtitel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D7773CD-F68C-D2E8-DA57-B62F6B3245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2710" y="4642693"/>
            <a:ext cx="2499870" cy="79556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1793" b="179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14" name="Tijdelijke aanduiding voor tekst 6">
            <a:extLst>
              <a:ext uri="{FF2B5EF4-FFF2-40B4-BE49-F238E27FC236}">
                <a16:creationId xmlns:a16="http://schemas.microsoft.com/office/drawing/2014/main" id="{8DCCBD9A-447F-9800-DBD8-B247CAC9CA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90614" y="719138"/>
            <a:ext cx="4278738" cy="218122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Be </a:t>
            </a:r>
            <a:r>
              <a:rPr lang="nl-NL" err="1"/>
              <a:t>cerios</a:t>
            </a:r>
            <a:r>
              <a:rPr lang="nl-NL"/>
              <a:t>. </a:t>
            </a:r>
            <a:r>
              <a:rPr lang="nl-NL" err="1"/>
              <a:t>Join</a:t>
            </a:r>
            <a:r>
              <a:rPr lang="nl-NL"/>
              <a:t> </a:t>
            </a:r>
            <a:r>
              <a:rPr lang="nl-NL" err="1"/>
              <a:t>our</a:t>
            </a:r>
            <a:r>
              <a:rPr lang="nl-NL"/>
              <a:t> </a:t>
            </a:r>
            <a:r>
              <a:rPr lang="nl-NL" err="1"/>
              <a:t>network</a:t>
            </a:r>
            <a:r>
              <a:rPr lang="nl-NL"/>
              <a:t>.</a:t>
            </a:r>
            <a:endParaRPr lang="nl-NL" noProof="0"/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7A177803-54E1-5459-E387-529781DCC3C8}"/>
              </a:ext>
            </a:extLst>
          </p:cNvPr>
          <p:cNvSpPr/>
          <p:nvPr userDrawn="1"/>
        </p:nvSpPr>
        <p:spPr>
          <a:xfrm>
            <a:off x="0" y="-425941"/>
            <a:ext cx="907877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Titeldia #1</a:t>
            </a:r>
          </a:p>
        </p:txBody>
      </p:sp>
      <p:grpSp>
        <p:nvGrpSpPr>
          <p:cNvPr id="29" name="INSTRUCTIE">
            <a:extLst>
              <a:ext uri="{FF2B5EF4-FFF2-40B4-BE49-F238E27FC236}">
                <a16:creationId xmlns:a16="http://schemas.microsoft.com/office/drawing/2014/main" id="{3C13E860-A3AA-16F9-500C-A150632D50A4}"/>
              </a:ext>
            </a:extLst>
          </p:cNvPr>
          <p:cNvGrpSpPr/>
          <p:nvPr userDrawn="1"/>
        </p:nvGrpSpPr>
        <p:grpSpPr>
          <a:xfrm>
            <a:off x="-3786437" y="0"/>
            <a:ext cx="3693386" cy="6857760"/>
            <a:chOff x="-3786437" y="0"/>
            <a:chExt cx="3693386" cy="6857760"/>
          </a:xfrm>
        </p:grpSpPr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CEF8374E-2F53-5233-833B-EAF6BEC53D9C}"/>
                </a:ext>
              </a:extLst>
            </p:cNvPr>
            <p:cNvSpPr/>
            <p:nvPr userDrawn="1"/>
          </p:nvSpPr>
          <p:spPr>
            <a:xfrm>
              <a:off x="-3786437" y="6029760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31" name="INSTRUCTIE">
              <a:extLst>
                <a:ext uri="{FF2B5EF4-FFF2-40B4-BE49-F238E27FC236}">
                  <a16:creationId xmlns:a16="http://schemas.microsoft.com/office/drawing/2014/main" id="{2941343E-2602-F52F-3A9E-35873C97D620}"/>
                </a:ext>
              </a:extLst>
            </p:cNvPr>
            <p:cNvGrpSpPr/>
            <p:nvPr userDrawn="1"/>
          </p:nvGrpSpPr>
          <p:grpSpPr>
            <a:xfrm>
              <a:off x="-3786165" y="0"/>
              <a:ext cx="3693114" cy="6177730"/>
              <a:chOff x="-3786165" y="0"/>
              <a:chExt cx="3693114" cy="6177730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71C266A3-5AB8-2EC4-6F43-FC36B451D66C}"/>
                  </a:ext>
                </a:extLst>
              </p:cNvPr>
              <p:cNvSpPr/>
              <p:nvPr userDrawn="1"/>
            </p:nvSpPr>
            <p:spPr>
              <a:xfrm>
                <a:off x="-3786165" y="0"/>
                <a:ext cx="3593091" cy="602520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Afbeelding invoegen/opmaken</a:t>
                </a:r>
              </a:p>
            </p:txBody>
          </p:sp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76C0FB82-8E1E-A8A9-161A-514A1F0CF872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52138136-884B-1444-DBC7-CBEEC08C2A43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afbeelding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afbeelding in te voegen </a:t>
                </a: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85091DD4-BCA2-8E82-FDAB-AD9F74E08B65}"/>
                  </a:ext>
                </a:extLst>
              </p:cNvPr>
              <p:cNvGrpSpPr/>
              <p:nvPr userDrawn="1"/>
            </p:nvGrpSpPr>
            <p:grpSpPr>
              <a:xfrm>
                <a:off x="-3316179" y="1231351"/>
                <a:ext cx="294789" cy="318834"/>
                <a:chOff x="14466489" y="1001522"/>
                <a:chExt cx="290627" cy="314333"/>
              </a:xfrm>
            </p:grpSpPr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FC46E7FF-95A6-CF6A-325A-F0D83C1D3E62}"/>
                    </a:ext>
                  </a:extLst>
                </p:cNvPr>
                <p:cNvSpPr/>
                <p:nvPr userDrawn="1"/>
              </p:nvSpPr>
              <p:spPr>
                <a:xfrm>
                  <a:off x="14466489" y="1001522"/>
                  <a:ext cx="257935" cy="25416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0" name="Ovaal 89">
                  <a:extLst>
                    <a:ext uri="{FF2B5EF4-FFF2-40B4-BE49-F238E27FC236}">
                      <a16:creationId xmlns:a16="http://schemas.microsoft.com/office/drawing/2014/main" id="{CEF14713-7C7D-5F0A-6D2C-E4670F12A100}"/>
                    </a:ext>
                  </a:extLst>
                </p:cNvPr>
                <p:cNvSpPr/>
                <p:nvPr userDrawn="1"/>
              </p:nvSpPr>
              <p:spPr>
                <a:xfrm>
                  <a:off x="14623626" y="1033630"/>
                  <a:ext cx="71169" cy="71169"/>
                </a:xfrm>
                <a:prstGeom prst="ellipse">
                  <a:avLst/>
                </a:prstGeom>
                <a:solidFill>
                  <a:srgbClr val="F1D8A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1" name="Vrije vorm: vorm 90">
                  <a:extLst>
                    <a:ext uri="{FF2B5EF4-FFF2-40B4-BE49-F238E27FC236}">
                      <a16:creationId xmlns:a16="http://schemas.microsoft.com/office/drawing/2014/main" id="{8BE3FAA8-E326-E060-019C-CB3BA805CE0E}"/>
                    </a:ext>
                  </a:extLst>
                </p:cNvPr>
                <p:cNvSpPr/>
                <p:nvPr userDrawn="1"/>
              </p:nvSpPr>
              <p:spPr>
                <a:xfrm rot="2700000">
                  <a:off x="14498877" y="1157846"/>
                  <a:ext cx="168558" cy="147459"/>
                </a:xfrm>
                <a:custGeom>
                  <a:avLst/>
                  <a:gdLst>
                    <a:gd name="connsiteX0" fmla="*/ 12837 w 168558"/>
                    <a:gd name="connsiteY0" fmla="*/ 12836 h 147459"/>
                    <a:gd name="connsiteX1" fmla="*/ 43826 w 168558"/>
                    <a:gd name="connsiteY1" fmla="*/ 0 h 147459"/>
                    <a:gd name="connsiteX2" fmla="*/ 168558 w 168558"/>
                    <a:gd name="connsiteY2" fmla="*/ 0 h 147459"/>
                    <a:gd name="connsiteX3" fmla="*/ 21099 w 168558"/>
                    <a:gd name="connsiteY3" fmla="*/ 147459 h 147459"/>
                    <a:gd name="connsiteX4" fmla="*/ 0 w 168558"/>
                    <a:gd name="connsiteY4" fmla="*/ 126361 h 147459"/>
                    <a:gd name="connsiteX5" fmla="*/ 0 w 168558"/>
                    <a:gd name="connsiteY5" fmla="*/ 43826 h 147459"/>
                    <a:gd name="connsiteX6" fmla="*/ 12837 w 168558"/>
                    <a:gd name="connsiteY6" fmla="*/ 12836 h 147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8558" h="147459">
                      <a:moveTo>
                        <a:pt x="12837" y="12836"/>
                      </a:moveTo>
                      <a:cubicBezTo>
                        <a:pt x="20768" y="4905"/>
                        <a:pt x="31724" y="0"/>
                        <a:pt x="43826" y="0"/>
                      </a:cubicBezTo>
                      <a:lnTo>
                        <a:pt x="168558" y="0"/>
                      </a:lnTo>
                      <a:lnTo>
                        <a:pt x="21099" y="147459"/>
                      </a:lnTo>
                      <a:lnTo>
                        <a:pt x="0" y="126361"/>
                      </a:lnTo>
                      <a:lnTo>
                        <a:pt x="0" y="43826"/>
                      </a:lnTo>
                      <a:cubicBezTo>
                        <a:pt x="1" y="31723"/>
                        <a:pt x="4906" y="20767"/>
                        <a:pt x="12837" y="12836"/>
                      </a:cubicBezTo>
                      <a:close/>
                    </a:path>
                  </a:pathLst>
                </a:custGeom>
                <a:solidFill>
                  <a:srgbClr val="C9D8E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2" name="Rechthoek: afgeronde hoeken 91">
                  <a:extLst>
                    <a:ext uri="{FF2B5EF4-FFF2-40B4-BE49-F238E27FC236}">
                      <a16:creationId xmlns:a16="http://schemas.microsoft.com/office/drawing/2014/main" id="{9F74A36A-07F1-6A55-85A8-06069311418E}"/>
                    </a:ext>
                  </a:extLst>
                </p:cNvPr>
                <p:cNvSpPr/>
                <p:nvPr userDrawn="1"/>
              </p:nvSpPr>
              <p:spPr>
                <a:xfrm>
                  <a:off x="14601150" y="1145314"/>
                  <a:ext cx="155966" cy="116816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93" name="Rechte verbindingslijn 92">
                  <a:extLst>
                    <a:ext uri="{FF2B5EF4-FFF2-40B4-BE49-F238E27FC236}">
                      <a16:creationId xmlns:a16="http://schemas.microsoft.com/office/drawing/2014/main" id="{1782D787-A815-31A3-BA05-A492092CEECA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4637490" y="1308665"/>
                  <a:ext cx="83286" cy="0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4" name="Rechte verbindingslijn 93">
                  <a:extLst>
                    <a:ext uri="{FF2B5EF4-FFF2-40B4-BE49-F238E27FC236}">
                      <a16:creationId xmlns:a16="http://schemas.microsoft.com/office/drawing/2014/main" id="{8AC83D35-0AB8-D83A-E12B-221EDB17DFD1}"/>
                    </a:ext>
                  </a:extLst>
                </p:cNvPr>
                <p:cNvCxnSpPr>
                  <a:cxnSpLocks/>
                  <a:stCxn id="92" idx="2"/>
                </p:cNvCxnSpPr>
                <p:nvPr userDrawn="1"/>
              </p:nvCxnSpPr>
              <p:spPr>
                <a:xfrm flipH="1">
                  <a:off x="14678717" y="1262130"/>
                  <a:ext cx="416" cy="43573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4003E2FE-E033-EEB6-B1A5-3642B37B382A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71CC5D90-C16F-AB8A-449A-C9B20B7125E5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afbeelding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3F6D421D-22C5-76BD-88C8-CDD2BE394DD6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310193B2-C133-9D5D-5E6E-76E70ECD7ED6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87" name="Rechte verbindingslijn 86">
                  <a:extLst>
                    <a:ext uri="{FF2B5EF4-FFF2-40B4-BE49-F238E27FC236}">
                      <a16:creationId xmlns:a16="http://schemas.microsoft.com/office/drawing/2014/main" id="{F2C849AD-56D4-FC21-F79D-B2B9738542BF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88" name="Gelijkbenige driehoek 87">
                  <a:extLst>
                    <a:ext uri="{FF2B5EF4-FFF2-40B4-BE49-F238E27FC236}">
                      <a16:creationId xmlns:a16="http://schemas.microsoft.com/office/drawing/2014/main" id="{F5ABA93E-5081-B6F8-850A-9FE2AE73A218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E61AD431-76AC-A9B5-625E-829B7DA5BC32}"/>
                  </a:ext>
                </a:extLst>
              </p:cNvPr>
              <p:cNvSpPr/>
              <p:nvPr userDrawn="1"/>
            </p:nvSpPr>
            <p:spPr>
              <a:xfrm>
                <a:off x="-3603587" y="255335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CE1DEEC2-544D-4780-B725-4878FED71AF8}"/>
                  </a:ext>
                </a:extLst>
              </p:cNvPr>
              <p:cNvSpPr/>
              <p:nvPr userDrawn="1"/>
            </p:nvSpPr>
            <p:spPr>
              <a:xfrm>
                <a:off x="-3319416" y="2553360"/>
                <a:ext cx="3126341" cy="46279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miniatuurweergave van de dia aan de linkerkant van het scherm 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‘Dia herstellen’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41" name="ICOON_info">
                <a:extLst>
                  <a:ext uri="{FF2B5EF4-FFF2-40B4-BE49-F238E27FC236}">
                    <a16:creationId xmlns:a16="http://schemas.microsoft.com/office/drawing/2014/main" id="{66D79043-4FF5-849E-29CB-C5C7E2BEDB85}"/>
                  </a:ext>
                </a:extLst>
              </p:cNvPr>
              <p:cNvGrpSpPr/>
              <p:nvPr userDrawn="1"/>
            </p:nvGrpSpPr>
            <p:grpSpPr>
              <a:xfrm>
                <a:off x="-376736" y="5894045"/>
                <a:ext cx="283685" cy="283685"/>
                <a:chOff x="-510741" y="5913713"/>
                <a:chExt cx="267555" cy="267555"/>
              </a:xfrm>
            </p:grpSpPr>
            <p:sp>
              <p:nvSpPr>
                <p:cNvPr id="84" name="Ovaal 83">
                  <a:extLst>
                    <a:ext uri="{FF2B5EF4-FFF2-40B4-BE49-F238E27FC236}">
                      <a16:creationId xmlns:a16="http://schemas.microsoft.com/office/drawing/2014/main" id="{982A96D9-355A-DA03-F243-D1C3334A8444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Graphic 163" descr="Informatie">
                  <a:extLst>
                    <a:ext uri="{FF2B5EF4-FFF2-40B4-BE49-F238E27FC236}">
                      <a16:creationId xmlns:a16="http://schemas.microsoft.com/office/drawing/2014/main" id="{DB5F3688-F048-7B3E-32CC-0449E65F361A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2" name="Ovaal 41">
                <a:extLst>
                  <a:ext uri="{FF2B5EF4-FFF2-40B4-BE49-F238E27FC236}">
                    <a16:creationId xmlns:a16="http://schemas.microsoft.com/office/drawing/2014/main" id="{AADF1781-2B63-3526-ED88-CDC2EAE60F7D}"/>
                  </a:ext>
                </a:extLst>
              </p:cNvPr>
              <p:cNvSpPr/>
              <p:nvPr userDrawn="1"/>
            </p:nvSpPr>
            <p:spPr>
              <a:xfrm>
                <a:off x="-3603587" y="414578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C7E2719E-628C-50F1-1BB7-B743471361F7}"/>
                  </a:ext>
                </a:extLst>
              </p:cNvPr>
              <p:cNvSpPr/>
              <p:nvPr userDrawn="1"/>
            </p:nvSpPr>
            <p:spPr>
              <a:xfrm>
                <a:off x="-3319415" y="4145790"/>
                <a:ext cx="2944682" cy="97979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Om de afbeelding te schalen of bij te snijden, ga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‘Hulpmiddelen voor afbeeldingen - Opmaak’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en klik op de knop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‘Bijsnijden’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Schaal met de bolletjes de afbeelding en met de hoekjes het afbeeldingskader.</a:t>
                </a:r>
              </a:p>
            </p:txBody>
          </p: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D1F7BBB9-18BB-FBDA-420B-CFC941FA18A8}"/>
                  </a:ext>
                </a:extLst>
              </p:cNvPr>
              <p:cNvGrpSpPr/>
              <p:nvPr userDrawn="1"/>
            </p:nvGrpSpPr>
            <p:grpSpPr>
              <a:xfrm>
                <a:off x="-3408294" y="5236167"/>
                <a:ext cx="622283" cy="612919"/>
                <a:chOff x="12617641" y="3403239"/>
                <a:chExt cx="752963" cy="741634"/>
              </a:xfrm>
            </p:grpSpPr>
            <p:grpSp>
              <p:nvGrpSpPr>
                <p:cNvPr id="68" name="Groep 67">
                  <a:extLst>
                    <a:ext uri="{FF2B5EF4-FFF2-40B4-BE49-F238E27FC236}">
                      <a16:creationId xmlns:a16="http://schemas.microsoft.com/office/drawing/2014/main" id="{963B7DFF-ACC0-8BB1-B5A5-1C28F074AFD3}"/>
                    </a:ext>
                  </a:extLst>
                </p:cNvPr>
                <p:cNvGrpSpPr/>
                <p:nvPr userDrawn="1"/>
              </p:nvGrpSpPr>
              <p:grpSpPr>
                <a:xfrm>
                  <a:off x="12771550" y="3403239"/>
                  <a:ext cx="467156" cy="448491"/>
                  <a:chOff x="12782177" y="3403239"/>
                  <a:chExt cx="467156" cy="448491"/>
                </a:xfrm>
              </p:grpSpPr>
              <p:grpSp>
                <p:nvGrpSpPr>
                  <p:cNvPr id="71" name="Groep 70">
                    <a:extLst>
                      <a:ext uri="{FF2B5EF4-FFF2-40B4-BE49-F238E27FC236}">
                        <a16:creationId xmlns:a16="http://schemas.microsoft.com/office/drawing/2014/main" id="{A3279326-7050-5285-A24B-BE277E4391A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82177" y="3403239"/>
                    <a:ext cx="412972" cy="396132"/>
                    <a:chOff x="13554906" y="3320109"/>
                    <a:chExt cx="443912" cy="425811"/>
                  </a:xfrm>
                </p:grpSpPr>
                <p:grpSp>
                  <p:nvGrpSpPr>
                    <p:cNvPr id="78" name="Groep 77">
                      <a:extLst>
                        <a:ext uri="{FF2B5EF4-FFF2-40B4-BE49-F238E27FC236}">
                          <a16:creationId xmlns:a16="http://schemas.microsoft.com/office/drawing/2014/main" id="{D9A31C72-433B-EE5F-F2CF-9C670B909E9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3554906" y="3320109"/>
                      <a:ext cx="443912" cy="425811"/>
                      <a:chOff x="12909684" y="1276143"/>
                      <a:chExt cx="443912" cy="425811"/>
                    </a:xfrm>
                  </p:grpSpPr>
                  <p:sp>
                    <p:nvSpPr>
                      <p:cNvPr id="81" name="Rechthoek 80">
                        <a:extLst>
                          <a:ext uri="{FF2B5EF4-FFF2-40B4-BE49-F238E27FC236}">
                            <a16:creationId xmlns:a16="http://schemas.microsoft.com/office/drawing/2014/main" id="{1334E466-7346-B5B0-A85A-B8643979F5CF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443912" cy="425811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818181"/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82" name="Rechthoek 81">
                        <a:extLst>
                          <a:ext uri="{FF2B5EF4-FFF2-40B4-BE49-F238E27FC236}">
                            <a16:creationId xmlns:a16="http://schemas.microsoft.com/office/drawing/2014/main" id="{28BA5CB2-1F95-A37E-B399-3968DCDE961C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261629" cy="2578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81818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83" name="Ovaal 82">
                        <a:extLst>
                          <a:ext uri="{FF2B5EF4-FFF2-40B4-BE49-F238E27FC236}">
                            <a16:creationId xmlns:a16="http://schemas.microsoft.com/office/drawing/2014/main" id="{CA89B87A-352B-7D6D-3941-19FBCFDB72BE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3069071" y="1308711"/>
                        <a:ext cx="72188" cy="72188"/>
                      </a:xfrm>
                      <a:prstGeom prst="ellipse">
                        <a:avLst/>
                      </a:prstGeom>
                      <a:solidFill>
                        <a:srgbClr val="ECC679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l"/>
                        <a:endParaRPr lang="nl-NL" sz="1000" b="1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79" name="Afbeelding 78">
                      <a:extLst>
                        <a:ext uri="{FF2B5EF4-FFF2-40B4-BE49-F238E27FC236}">
                          <a16:creationId xmlns:a16="http://schemas.microsoft.com/office/drawing/2014/main" id="{B875C213-2BF6-CE9F-703A-1E05ED0DBF16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4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3567296" y="3424992"/>
                      <a:ext cx="173367" cy="14022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0" name="Afbeelding 79">
                      <a:extLst>
                        <a:ext uri="{FF2B5EF4-FFF2-40B4-BE49-F238E27FC236}">
                          <a16:creationId xmlns:a16="http://schemas.microsoft.com/office/drawing/2014/main" id="{3E55CECE-D5FF-C164-6B48-B2B9EC1E3B8A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4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flipH="1">
                      <a:off x="13635599" y="3453788"/>
                      <a:ext cx="173367" cy="111424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72" name="Groep 71">
                    <a:extLst>
                      <a:ext uri="{FF2B5EF4-FFF2-40B4-BE49-F238E27FC236}">
                        <a16:creationId xmlns:a16="http://schemas.microsoft.com/office/drawing/2014/main" id="{D29C24E0-D192-C5E0-8079-13EE0E04497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103513" y="3705268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76" name="Rechthoek 75">
                      <a:extLst>
                        <a:ext uri="{FF2B5EF4-FFF2-40B4-BE49-F238E27FC236}">
                          <a16:creationId xmlns:a16="http://schemas.microsoft.com/office/drawing/2014/main" id="{9D164DAE-184A-01A2-2F4B-229466F4F7F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7" name="Rechthoek 76">
                      <a:extLst>
                        <a:ext uri="{FF2B5EF4-FFF2-40B4-BE49-F238E27FC236}">
                          <a16:creationId xmlns:a16="http://schemas.microsoft.com/office/drawing/2014/main" id="{37B0A03E-DA69-9D2A-670B-36007AF32838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73" name="Groep 72">
                    <a:extLst>
                      <a:ext uri="{FF2B5EF4-FFF2-40B4-BE49-F238E27FC236}">
                        <a16:creationId xmlns:a16="http://schemas.microsoft.com/office/drawing/2014/main" id="{1A2B626C-18F4-E9D5-7AE9-3C1780D30BE1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13061402" y="3665637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74" name="Rechthoek 73">
                      <a:extLst>
                        <a:ext uri="{FF2B5EF4-FFF2-40B4-BE49-F238E27FC236}">
                          <a16:creationId xmlns:a16="http://schemas.microsoft.com/office/drawing/2014/main" id="{084F54A6-3AFD-8A1B-5583-72AC16A61CD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5" name="Rechthoek 74">
                      <a:extLst>
                        <a:ext uri="{FF2B5EF4-FFF2-40B4-BE49-F238E27FC236}">
                          <a16:creationId xmlns:a16="http://schemas.microsoft.com/office/drawing/2014/main" id="{E730A98B-2E0A-7D30-ABEF-D09D54D9F341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  <p:sp>
              <p:nvSpPr>
                <p:cNvPr id="69" name="Rechthoek 68">
                  <a:extLst>
                    <a:ext uri="{FF2B5EF4-FFF2-40B4-BE49-F238E27FC236}">
                      <a16:creationId xmlns:a16="http://schemas.microsoft.com/office/drawing/2014/main" id="{6EAA3F64-0FDB-1B53-11A2-9C1879A4F424}"/>
                    </a:ext>
                  </a:extLst>
                </p:cNvPr>
                <p:cNvSpPr/>
                <p:nvPr userDrawn="1"/>
              </p:nvSpPr>
              <p:spPr>
                <a:xfrm>
                  <a:off x="12617641" y="3889890"/>
                  <a:ext cx="752963" cy="16117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Bijsnijden</a:t>
                  </a:r>
                </a:p>
              </p:txBody>
            </p:sp>
            <p:sp>
              <p:nvSpPr>
                <p:cNvPr id="70" name="Gelijkbenige driehoek 69">
                  <a:extLst>
                    <a:ext uri="{FF2B5EF4-FFF2-40B4-BE49-F238E27FC236}">
                      <a16:creationId xmlns:a16="http://schemas.microsoft.com/office/drawing/2014/main" id="{1C589A00-0827-EB05-EE5E-3A275154961E}"/>
                    </a:ext>
                  </a:extLst>
                </p:cNvPr>
                <p:cNvSpPr/>
                <p:nvPr userDrawn="1"/>
              </p:nvSpPr>
              <p:spPr>
                <a:xfrm rot="10800000">
                  <a:off x="12950688" y="4093726"/>
                  <a:ext cx="86866" cy="51147"/>
                </a:xfrm>
                <a:prstGeom prst="triangle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049F2E2F-3702-C0F6-73EC-80FC491412B8}"/>
                  </a:ext>
                </a:extLst>
              </p:cNvPr>
              <p:cNvSpPr/>
              <p:nvPr userDrawn="1"/>
            </p:nvSpPr>
            <p:spPr>
              <a:xfrm>
                <a:off x="-3316836" y="3119689"/>
                <a:ext cx="1239216" cy="719917"/>
              </a:xfrm>
              <a:prstGeom prst="rect">
                <a:avLst/>
              </a:prstGeom>
              <a:pattFill prst="wdUpDiag">
                <a:fgClr>
                  <a:srgbClr val="E0E0E0"/>
                </a:fgClr>
                <a:bgClr>
                  <a:srgbClr val="ECECEC"/>
                </a:bgClr>
              </a:pattFill>
              <a:ln w="12700">
                <a:solidFill>
                  <a:srgbClr val="D3D3D3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0" i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6" name="Groep 45">
                <a:extLst>
                  <a:ext uri="{FF2B5EF4-FFF2-40B4-BE49-F238E27FC236}">
                    <a16:creationId xmlns:a16="http://schemas.microsoft.com/office/drawing/2014/main" id="{E68F211C-C5B7-6D01-B5DB-C6AC897CB6AD}"/>
                  </a:ext>
                </a:extLst>
              </p:cNvPr>
              <p:cNvGrpSpPr/>
              <p:nvPr userDrawn="1"/>
            </p:nvGrpSpPr>
            <p:grpSpPr>
              <a:xfrm>
                <a:off x="-2485819" y="3399207"/>
                <a:ext cx="1222990" cy="563933"/>
                <a:chOff x="-2485819" y="3399207"/>
                <a:chExt cx="1222990" cy="563933"/>
              </a:xfrm>
            </p:grpSpPr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FD2AA2B9-E381-B38E-5120-D16257E24B91}"/>
                    </a:ext>
                  </a:extLst>
                </p:cNvPr>
                <p:cNvSpPr/>
                <p:nvPr userDrawn="1"/>
              </p:nvSpPr>
              <p:spPr>
                <a:xfrm>
                  <a:off x="-2485819" y="3399207"/>
                  <a:ext cx="1176476" cy="50485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" name="Rechthoek 47">
                  <a:extLst>
                    <a:ext uri="{FF2B5EF4-FFF2-40B4-BE49-F238E27FC236}">
                      <a16:creationId xmlns:a16="http://schemas.microsoft.com/office/drawing/2014/main" id="{317F0E29-4616-4F5D-7585-8976493C5F19}"/>
                    </a:ext>
                  </a:extLst>
                </p:cNvPr>
                <p:cNvSpPr/>
                <p:nvPr userDrawn="1"/>
              </p:nvSpPr>
              <p:spPr>
                <a:xfrm>
                  <a:off x="-2479584" y="3652838"/>
                  <a:ext cx="1164007" cy="246701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9" name="Groep 48">
                  <a:extLst>
                    <a:ext uri="{FF2B5EF4-FFF2-40B4-BE49-F238E27FC236}">
                      <a16:creationId xmlns:a16="http://schemas.microsoft.com/office/drawing/2014/main" id="{FDF7126F-E9BC-7183-8546-1E35DD5FF5DF}"/>
                    </a:ext>
                  </a:extLst>
                </p:cNvPr>
                <p:cNvGrpSpPr/>
                <p:nvPr userDrawn="1"/>
              </p:nvGrpSpPr>
              <p:grpSpPr>
                <a:xfrm>
                  <a:off x="-2403869" y="3460544"/>
                  <a:ext cx="155951" cy="131922"/>
                  <a:chOff x="12968836" y="3354170"/>
                  <a:chExt cx="404806" cy="342433"/>
                </a:xfrm>
              </p:grpSpPr>
              <p:sp>
                <p:nvSpPr>
                  <p:cNvPr id="62" name="Rechthoek: afgeronde hoeken 61">
                    <a:extLst>
                      <a:ext uri="{FF2B5EF4-FFF2-40B4-BE49-F238E27FC236}">
                        <a16:creationId xmlns:a16="http://schemas.microsoft.com/office/drawing/2014/main" id="{CE25A333-EB0D-F54E-A7E8-95ECCFC66D6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nl-NL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3" name="Rechthoek 62">
                    <a:extLst>
                      <a:ext uri="{FF2B5EF4-FFF2-40B4-BE49-F238E27FC236}">
                        <a16:creationId xmlns:a16="http://schemas.microsoft.com/office/drawing/2014/main" id="{827D90CB-38FD-7874-7C66-F8F3149DD38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4" name="Rechthoek 63">
                    <a:extLst>
                      <a:ext uri="{FF2B5EF4-FFF2-40B4-BE49-F238E27FC236}">
                        <a16:creationId xmlns:a16="http://schemas.microsoft.com/office/drawing/2014/main" id="{A4017475-1E0F-A044-7D64-A05812AD4DE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5" name="Rechthoek 64">
                    <a:extLst>
                      <a:ext uri="{FF2B5EF4-FFF2-40B4-BE49-F238E27FC236}">
                        <a16:creationId xmlns:a16="http://schemas.microsoft.com/office/drawing/2014/main" id="{535CD97E-8B80-89C2-1578-CBAA3B54B89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8C19D136-F233-A992-F39A-CAAF71EDEC4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8EDE9B88-1390-06B0-EF1C-AB17179CC96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50" name="Groep 49">
                  <a:extLst>
                    <a:ext uri="{FF2B5EF4-FFF2-40B4-BE49-F238E27FC236}">
                      <a16:creationId xmlns:a16="http://schemas.microsoft.com/office/drawing/2014/main" id="{8541405D-E55E-DAC5-A124-90647586A9FE}"/>
                    </a:ext>
                  </a:extLst>
                </p:cNvPr>
                <p:cNvGrpSpPr/>
                <p:nvPr userDrawn="1"/>
              </p:nvGrpSpPr>
              <p:grpSpPr>
                <a:xfrm>
                  <a:off x="-2423424" y="3690208"/>
                  <a:ext cx="166739" cy="218963"/>
                  <a:chOff x="12940828" y="3950597"/>
                  <a:chExt cx="432813" cy="568367"/>
                </a:xfrm>
              </p:grpSpPr>
              <p:grpSp>
                <p:nvGrpSpPr>
                  <p:cNvPr id="54" name="Groep 53">
                    <a:extLst>
                      <a:ext uri="{FF2B5EF4-FFF2-40B4-BE49-F238E27FC236}">
                        <a16:creationId xmlns:a16="http://schemas.microsoft.com/office/drawing/2014/main" id="{BF18D885-42DE-ED5E-62CE-0932FA99BA8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000382" y="4006891"/>
                    <a:ext cx="373259" cy="315747"/>
                    <a:chOff x="12968836" y="3354170"/>
                    <a:chExt cx="404806" cy="342433"/>
                  </a:xfrm>
                </p:grpSpPr>
                <p:sp>
                  <p:nvSpPr>
                    <p:cNvPr id="56" name="Rechthoek: afgeronde hoeken 55">
                      <a:extLst>
                        <a:ext uri="{FF2B5EF4-FFF2-40B4-BE49-F238E27FC236}">
                          <a16:creationId xmlns:a16="http://schemas.microsoft.com/office/drawing/2014/main" id="{DBA2A135-B9F8-D9B1-6CEC-BDDF949FBDF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68836" y="3354170"/>
                      <a:ext cx="404806" cy="342433"/>
                    </a:xfrm>
                    <a:prstGeom prst="roundRect">
                      <a:avLst>
                        <a:gd name="adj" fmla="val 2911"/>
                      </a:avLst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BE63CEE5-298C-AFDE-D658-28EB3BAFF7E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25180" y="3401181"/>
                      <a:ext cx="305213" cy="41563"/>
                    </a:xfrm>
                    <a:prstGeom prst="rect">
                      <a:avLst/>
                    </a:prstGeom>
                    <a:solidFill>
                      <a:srgbClr val="D1D1D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8" name="Rechthoek 57">
                      <a:extLst>
                        <a:ext uri="{FF2B5EF4-FFF2-40B4-BE49-F238E27FC236}">
                          <a16:creationId xmlns:a16="http://schemas.microsoft.com/office/drawing/2014/main" id="{824EF9AC-84A0-0D11-2941-E21E38222D2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25181" y="3471575"/>
                      <a:ext cx="118778" cy="181691"/>
                    </a:xfrm>
                    <a:prstGeom prst="rect">
                      <a:avLst/>
                    </a:prstGeom>
                    <a:solidFill>
                      <a:srgbClr val="D1D1D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9" name="Rechthoek 58">
                      <a:extLst>
                        <a:ext uri="{FF2B5EF4-FFF2-40B4-BE49-F238E27FC236}">
                          <a16:creationId xmlns:a16="http://schemas.microsoft.com/office/drawing/2014/main" id="{820F25D8-D390-CC25-A9FF-3539812ACF1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180812" y="3481982"/>
                      <a:ext cx="135278" cy="21328"/>
                    </a:xfrm>
                    <a:prstGeom prst="rect">
                      <a:avLst/>
                    </a:prstGeom>
                    <a:solidFill>
                      <a:srgbClr val="B2B2B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0" name="Rechthoek 59">
                      <a:extLst>
                        <a:ext uri="{FF2B5EF4-FFF2-40B4-BE49-F238E27FC236}">
                          <a16:creationId xmlns:a16="http://schemas.microsoft.com/office/drawing/2014/main" id="{CD40B735-71A4-6906-86A1-34DA481E762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180812" y="3554800"/>
                      <a:ext cx="69418" cy="21328"/>
                    </a:xfrm>
                    <a:prstGeom prst="rect">
                      <a:avLst/>
                    </a:prstGeom>
                    <a:solidFill>
                      <a:srgbClr val="B2B2B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1" name="Rechthoek 60">
                      <a:extLst>
                        <a:ext uri="{FF2B5EF4-FFF2-40B4-BE49-F238E27FC236}">
                          <a16:creationId xmlns:a16="http://schemas.microsoft.com/office/drawing/2014/main" id="{1ACE01CE-6E2C-4C43-3FD6-79486D5956A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180812" y="3627618"/>
                      <a:ext cx="69418" cy="21328"/>
                    </a:xfrm>
                    <a:prstGeom prst="rect">
                      <a:avLst/>
                    </a:prstGeom>
                    <a:solidFill>
                      <a:srgbClr val="B2B2B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5" name="Boog 54">
                    <a:extLst>
                      <a:ext uri="{FF2B5EF4-FFF2-40B4-BE49-F238E27FC236}">
                        <a16:creationId xmlns:a16="http://schemas.microsoft.com/office/drawing/2014/main" id="{A6923F00-BE17-9592-9269-BB418DDB6737}"/>
                      </a:ext>
                    </a:extLst>
                  </p:cNvPr>
                  <p:cNvSpPr/>
                  <p:nvPr userDrawn="1"/>
                </p:nvSpPr>
                <p:spPr>
                  <a:xfrm rot="17637075">
                    <a:off x="12776155" y="4115270"/>
                    <a:ext cx="568367" cy="239021"/>
                  </a:xfrm>
                  <a:prstGeom prst="arc">
                    <a:avLst>
                      <a:gd name="adj1" fmla="val 15959368"/>
                      <a:gd name="adj2" fmla="val 1354623"/>
                    </a:avLst>
                  </a:prstGeom>
                  <a:noFill/>
                  <a:ln w="19050" cap="flat" cmpd="sng" algn="ctr">
                    <a:solidFill>
                      <a:srgbClr val="4D82B8"/>
                    </a:solidFill>
                    <a:prstDash val="solid"/>
                    <a:headEnd type="arrow" w="med" len="sm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1" name="Tekstvak 50">
                  <a:extLst>
                    <a:ext uri="{FF2B5EF4-FFF2-40B4-BE49-F238E27FC236}">
                      <a16:creationId xmlns:a16="http://schemas.microsoft.com/office/drawing/2014/main" id="{677A7396-A652-E3E5-6DCC-3E6E0AF5428E}"/>
                    </a:ext>
                  </a:extLst>
                </p:cNvPr>
                <p:cNvSpPr txBox="1"/>
                <p:nvPr userDrawn="1"/>
              </p:nvSpPr>
              <p:spPr>
                <a:xfrm>
                  <a:off x="-2245455" y="3460544"/>
                  <a:ext cx="896116" cy="13470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Indeling</a:t>
                  </a:r>
                </a:p>
              </p:txBody>
            </p:sp>
            <p:sp>
              <p:nvSpPr>
                <p:cNvPr id="52" name="Tekstvak 51">
                  <a:extLst>
                    <a:ext uri="{FF2B5EF4-FFF2-40B4-BE49-F238E27FC236}">
                      <a16:creationId xmlns:a16="http://schemas.microsoft.com/office/drawing/2014/main" id="{4F63F753-718A-14AC-3804-312143437A02}"/>
                    </a:ext>
                  </a:extLst>
                </p:cNvPr>
                <p:cNvSpPr txBox="1"/>
                <p:nvPr userDrawn="1"/>
              </p:nvSpPr>
              <p:spPr>
                <a:xfrm>
                  <a:off x="-2258884" y="3712980"/>
                  <a:ext cx="909545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Dia Herstellen</a:t>
                  </a:r>
                </a:p>
              </p:txBody>
            </p:sp>
            <p:sp>
              <p:nvSpPr>
                <p:cNvPr id="53" name="Vrije vorm: vorm 52">
                  <a:extLst>
                    <a:ext uri="{FF2B5EF4-FFF2-40B4-BE49-F238E27FC236}">
                      <a16:creationId xmlns:a16="http://schemas.microsoft.com/office/drawing/2014/main" id="{31E863AC-9CE5-8BF2-EBE9-1411B60D90D7}"/>
                    </a:ext>
                  </a:extLst>
                </p:cNvPr>
                <p:cNvSpPr/>
                <p:nvPr userDrawn="1"/>
              </p:nvSpPr>
              <p:spPr>
                <a:xfrm>
                  <a:off x="-1360391" y="3783140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95" name="INSTRUCTIE">
            <a:extLst>
              <a:ext uri="{FF2B5EF4-FFF2-40B4-BE49-F238E27FC236}">
                <a16:creationId xmlns:a16="http://schemas.microsoft.com/office/drawing/2014/main" id="{350B3EB0-D81E-CEA2-1812-815DFFE9646D}"/>
              </a:ext>
            </a:extLst>
          </p:cNvPr>
          <p:cNvGrpSpPr/>
          <p:nvPr userDrawn="1"/>
        </p:nvGrpSpPr>
        <p:grpSpPr>
          <a:xfrm flipH="1">
            <a:off x="1732522" y="-1699419"/>
            <a:ext cx="3695970" cy="1515649"/>
            <a:chOff x="-3889316" y="-1699419"/>
            <a:chExt cx="3695970" cy="1515649"/>
          </a:xfrm>
        </p:grpSpPr>
        <p:sp>
          <p:nvSpPr>
            <p:cNvPr id="98" name="Gelijkbenige driehoek 97">
              <a:extLst>
                <a:ext uri="{FF2B5EF4-FFF2-40B4-BE49-F238E27FC236}">
                  <a16:creationId xmlns:a16="http://schemas.microsoft.com/office/drawing/2014/main" id="{2B4AECBF-551F-2F24-6238-A36414550E12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C977CC44-09F0-09F6-BB39-FD5F6493E6BC}"/>
                </a:ext>
              </a:extLst>
            </p:cNvPr>
            <p:cNvSpPr/>
            <p:nvPr userDrawn="1"/>
          </p:nvSpPr>
          <p:spPr>
            <a:xfrm>
              <a:off x="-3786437" y="-1699419"/>
              <a:ext cx="3593091" cy="15156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CFCBEB1E-7449-6DED-9A64-4A9C01DDAB53}"/>
                </a:ext>
              </a:extLst>
            </p:cNvPr>
            <p:cNvSpPr/>
            <p:nvPr userDrawn="1"/>
          </p:nvSpPr>
          <p:spPr>
            <a:xfrm>
              <a:off x="-3603859" y="-1271906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toets. 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vervolgens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538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/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jdelijke aanduiding voor afbeelding 20">
            <a:extLst>
              <a:ext uri="{FF2B5EF4-FFF2-40B4-BE49-F238E27FC236}">
                <a16:creationId xmlns:a16="http://schemas.microsoft.com/office/drawing/2014/main" id="{7C3B004B-8F42-040E-BF2C-A166F440DF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0725" y="-437664"/>
            <a:ext cx="11471275" cy="7295664"/>
          </a:xfrm>
          <a:custGeom>
            <a:avLst/>
            <a:gdLst>
              <a:gd name="connsiteX0" fmla="*/ 0 w 11471275"/>
              <a:gd name="connsiteY0" fmla="*/ 425942 h 7283942"/>
              <a:gd name="connsiteX1" fmla="*/ 11471275 w 11471275"/>
              <a:gd name="connsiteY1" fmla="*/ 425942 h 7283942"/>
              <a:gd name="connsiteX2" fmla="*/ 11471275 w 11471275"/>
              <a:gd name="connsiteY2" fmla="*/ 7283942 h 7283942"/>
              <a:gd name="connsiteX3" fmla="*/ 0 w 11471275"/>
              <a:gd name="connsiteY3" fmla="*/ 7283942 h 7283942"/>
              <a:gd name="connsiteX4" fmla="*/ 9842673 w 11471275"/>
              <a:gd name="connsiteY4" fmla="*/ 0 h 7283942"/>
              <a:gd name="connsiteX5" fmla="*/ 10750550 w 11471275"/>
              <a:gd name="connsiteY5" fmla="*/ 0 h 7283942"/>
              <a:gd name="connsiteX6" fmla="*/ 10750550 w 11471275"/>
              <a:gd name="connsiteY6" fmla="*/ 425939 h 7283942"/>
              <a:gd name="connsiteX7" fmla="*/ 9842673 w 11471275"/>
              <a:gd name="connsiteY7" fmla="*/ 425939 h 728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71275" h="7283942">
                <a:moveTo>
                  <a:pt x="0" y="425942"/>
                </a:moveTo>
                <a:lnTo>
                  <a:pt x="11471275" y="425942"/>
                </a:lnTo>
                <a:lnTo>
                  <a:pt x="11471275" y="7283942"/>
                </a:lnTo>
                <a:lnTo>
                  <a:pt x="0" y="7283942"/>
                </a:lnTo>
                <a:close/>
                <a:moveTo>
                  <a:pt x="9842673" y="0"/>
                </a:moveTo>
                <a:lnTo>
                  <a:pt x="10750550" y="0"/>
                </a:lnTo>
                <a:lnTo>
                  <a:pt x="10750550" y="425939"/>
                </a:lnTo>
                <a:lnTo>
                  <a:pt x="9842673" y="4259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360000" tIns="0" rIns="36000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Klik op onderstaand pictogram 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" name="Tijdelijke aanduiding voor tekst 7">
            <a:extLst>
              <a:ext uri="{FF2B5EF4-FFF2-40B4-BE49-F238E27FC236}">
                <a16:creationId xmlns:a16="http://schemas.microsoft.com/office/drawing/2014/main" id="{35A552B6-311E-7209-5886-97E8598BAE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709574" y="-1"/>
            <a:ext cx="11471275" cy="6858000"/>
          </a:xfrm>
          <a:gradFill flip="none" rotWithShape="1">
            <a:gsLst>
              <a:gs pos="28000">
                <a:schemeClr val="tx1">
                  <a:alpha val="0"/>
                </a:schemeClr>
              </a:gs>
              <a:gs pos="100000">
                <a:schemeClr val="tx1">
                  <a:alpha val="89000"/>
                </a:schemeClr>
              </a:gs>
            </a:gsLst>
            <a:lin ang="3000000" scaled="0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5054ACA5-C991-C6EC-0306-8F9CBDD90B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39863" y="4470347"/>
            <a:ext cx="8534454" cy="505611"/>
          </a:xfrm>
        </p:spPr>
        <p:txBody>
          <a:bodyPr anchor="ctr"/>
          <a:lstStyle>
            <a:lvl1pPr algn="l"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nl-NL" noProof="0"/>
              <a:t>Titel van de presentatie</a:t>
            </a:r>
          </a:p>
        </p:txBody>
      </p:sp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06BC6AAE-3D2F-8239-63F9-470BF93332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9863" y="5198444"/>
            <a:ext cx="8534454" cy="397748"/>
          </a:xfrm>
        </p:spPr>
        <p:txBody>
          <a:bodyPr/>
          <a:lstStyle>
            <a:lvl1pPr marL="0" indent="0">
              <a:buNone/>
              <a:defRPr sz="24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Subtitel</a:t>
            </a:r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FF1766E2-1AB0-A62C-7DDA-E04EE6A12D08}"/>
              </a:ext>
            </a:extLst>
          </p:cNvPr>
          <p:cNvSpPr/>
          <p:nvPr userDrawn="1"/>
        </p:nvSpPr>
        <p:spPr>
          <a:xfrm>
            <a:off x="0" y="2955073"/>
            <a:ext cx="709574" cy="9255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3" name="Tijdelijke aanduiding voor tekst 4">
            <a:extLst>
              <a:ext uri="{FF2B5EF4-FFF2-40B4-BE49-F238E27FC236}">
                <a16:creationId xmlns:a16="http://schemas.microsoft.com/office/drawing/2014/main" id="{9A83E629-D304-C1EB-4A89-1749B2940A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2710" y="719138"/>
            <a:ext cx="2499870" cy="79556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1793" b="179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87A262CF-7F11-66D7-1F50-254178B4BC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0" y="0"/>
            <a:ext cx="752475" cy="6858000"/>
          </a:xfrm>
          <a:gradFill>
            <a:gsLst>
              <a:gs pos="35000">
                <a:schemeClr val="accent1"/>
              </a:gs>
              <a:gs pos="100000">
                <a:srgbClr val="84C5A7"/>
              </a:gs>
            </a:gsLst>
            <a:lin ang="3000000" scaled="0"/>
          </a:gra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FE178160-C810-20A5-0D13-92D0EC1CF446}"/>
              </a:ext>
            </a:extLst>
          </p:cNvPr>
          <p:cNvSpPr/>
          <p:nvPr userDrawn="1"/>
        </p:nvSpPr>
        <p:spPr>
          <a:xfrm>
            <a:off x="0" y="-425941"/>
            <a:ext cx="907877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Titeldia #2</a:t>
            </a:r>
          </a:p>
        </p:txBody>
      </p:sp>
      <p:grpSp>
        <p:nvGrpSpPr>
          <p:cNvPr id="22" name="INSTRUCTIE">
            <a:extLst>
              <a:ext uri="{FF2B5EF4-FFF2-40B4-BE49-F238E27FC236}">
                <a16:creationId xmlns:a16="http://schemas.microsoft.com/office/drawing/2014/main" id="{FB474895-A815-66C3-2A72-4465C0AF0099}"/>
              </a:ext>
            </a:extLst>
          </p:cNvPr>
          <p:cNvGrpSpPr/>
          <p:nvPr userDrawn="1"/>
        </p:nvGrpSpPr>
        <p:grpSpPr>
          <a:xfrm>
            <a:off x="12274716" y="-1699419"/>
            <a:ext cx="3695970" cy="1515649"/>
            <a:chOff x="-3889316" y="-1699419"/>
            <a:chExt cx="3695970" cy="1515649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6A014B67-531D-9003-7EAF-4A4DCCC0A781}"/>
                </a:ext>
              </a:extLst>
            </p:cNvPr>
            <p:cNvSpPr/>
            <p:nvPr userDrawn="1"/>
          </p:nvSpPr>
          <p:spPr>
            <a:xfrm>
              <a:off x="-3786437" y="-1699419"/>
              <a:ext cx="3593091" cy="15156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00693C0A-7EA3-1B3C-A8F4-9E4B52C1D564}"/>
                </a:ext>
              </a:extLst>
            </p:cNvPr>
            <p:cNvSpPr/>
            <p:nvPr userDrawn="1"/>
          </p:nvSpPr>
          <p:spPr>
            <a:xfrm>
              <a:off x="-3603859" y="-1271906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toets. 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vervolgens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5" name="Gelijkbenige driehoek 24">
              <a:extLst>
                <a:ext uri="{FF2B5EF4-FFF2-40B4-BE49-F238E27FC236}">
                  <a16:creationId xmlns:a16="http://schemas.microsoft.com/office/drawing/2014/main" id="{5CEBF1AA-CE7A-6952-28D7-B440A489F538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6" name="INSTRUCTIE">
            <a:extLst>
              <a:ext uri="{FF2B5EF4-FFF2-40B4-BE49-F238E27FC236}">
                <a16:creationId xmlns:a16="http://schemas.microsoft.com/office/drawing/2014/main" id="{99BE5CAD-2337-53AD-3A99-32057AF30525}"/>
              </a:ext>
            </a:extLst>
          </p:cNvPr>
          <p:cNvGrpSpPr/>
          <p:nvPr userDrawn="1"/>
        </p:nvGrpSpPr>
        <p:grpSpPr>
          <a:xfrm>
            <a:off x="12377595" y="0"/>
            <a:ext cx="3693386" cy="6857760"/>
            <a:chOff x="-3786437" y="0"/>
            <a:chExt cx="3693386" cy="6857760"/>
          </a:xfrm>
        </p:grpSpPr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3BCFE5D4-7370-4FD7-F8C5-A7682B1BCC48}"/>
                </a:ext>
              </a:extLst>
            </p:cNvPr>
            <p:cNvSpPr/>
            <p:nvPr userDrawn="1"/>
          </p:nvSpPr>
          <p:spPr>
            <a:xfrm>
              <a:off x="-3786437" y="6029760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28" name="INSTRUCTIE">
              <a:extLst>
                <a:ext uri="{FF2B5EF4-FFF2-40B4-BE49-F238E27FC236}">
                  <a16:creationId xmlns:a16="http://schemas.microsoft.com/office/drawing/2014/main" id="{1B0B1AA6-DEC1-E723-4A34-9F9F9482EA0D}"/>
                </a:ext>
              </a:extLst>
            </p:cNvPr>
            <p:cNvGrpSpPr/>
            <p:nvPr userDrawn="1"/>
          </p:nvGrpSpPr>
          <p:grpSpPr>
            <a:xfrm>
              <a:off x="-3786165" y="0"/>
              <a:ext cx="3693114" cy="6177730"/>
              <a:chOff x="-3786165" y="0"/>
              <a:chExt cx="3693114" cy="6177730"/>
            </a:xfrm>
          </p:grpSpPr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EF0B501B-9E93-2809-5BB9-B2DCBC613921}"/>
                  </a:ext>
                </a:extLst>
              </p:cNvPr>
              <p:cNvSpPr/>
              <p:nvPr userDrawn="1"/>
            </p:nvSpPr>
            <p:spPr>
              <a:xfrm>
                <a:off x="-3786165" y="0"/>
                <a:ext cx="3593091" cy="602520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Afbeelding invoegen/opmaken</a:t>
                </a:r>
              </a:p>
            </p:txBody>
          </p:sp>
          <p:sp>
            <p:nvSpPr>
              <p:cNvPr id="30" name="Ovaal 29">
                <a:extLst>
                  <a:ext uri="{FF2B5EF4-FFF2-40B4-BE49-F238E27FC236}">
                    <a16:creationId xmlns:a16="http://schemas.microsoft.com/office/drawing/2014/main" id="{E2B098C8-130A-D824-90BF-69C1C8DA4410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7E8AB5D8-9EA0-9DA9-83A4-BA505F3A6CF3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afbeelding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afbeelding in te voegen </a:t>
                </a: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2" name="Groep 31">
                <a:extLst>
                  <a:ext uri="{FF2B5EF4-FFF2-40B4-BE49-F238E27FC236}">
                    <a16:creationId xmlns:a16="http://schemas.microsoft.com/office/drawing/2014/main" id="{FB4C79A5-C415-F3E0-F16E-6DE252EB6AE4}"/>
                  </a:ext>
                </a:extLst>
              </p:cNvPr>
              <p:cNvGrpSpPr/>
              <p:nvPr userDrawn="1"/>
            </p:nvGrpSpPr>
            <p:grpSpPr>
              <a:xfrm>
                <a:off x="-3316179" y="1231351"/>
                <a:ext cx="294789" cy="318834"/>
                <a:chOff x="14466489" y="1001522"/>
                <a:chExt cx="290627" cy="314333"/>
              </a:xfrm>
            </p:grpSpPr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0CE00B7E-24DA-B81F-03EC-12642A53C68F}"/>
                    </a:ext>
                  </a:extLst>
                </p:cNvPr>
                <p:cNvSpPr/>
                <p:nvPr userDrawn="1"/>
              </p:nvSpPr>
              <p:spPr>
                <a:xfrm>
                  <a:off x="14466489" y="1001522"/>
                  <a:ext cx="257935" cy="25416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7" name="Ovaal 86">
                  <a:extLst>
                    <a:ext uri="{FF2B5EF4-FFF2-40B4-BE49-F238E27FC236}">
                      <a16:creationId xmlns:a16="http://schemas.microsoft.com/office/drawing/2014/main" id="{D005291B-FC9A-92BF-4C22-7CE2C018E78B}"/>
                    </a:ext>
                  </a:extLst>
                </p:cNvPr>
                <p:cNvSpPr/>
                <p:nvPr userDrawn="1"/>
              </p:nvSpPr>
              <p:spPr>
                <a:xfrm>
                  <a:off x="14623626" y="1033630"/>
                  <a:ext cx="71169" cy="71169"/>
                </a:xfrm>
                <a:prstGeom prst="ellipse">
                  <a:avLst/>
                </a:prstGeom>
                <a:solidFill>
                  <a:srgbClr val="F1D8A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Vrije vorm: vorm 87">
                  <a:extLst>
                    <a:ext uri="{FF2B5EF4-FFF2-40B4-BE49-F238E27FC236}">
                      <a16:creationId xmlns:a16="http://schemas.microsoft.com/office/drawing/2014/main" id="{3E9D7A64-C4D6-A03E-E17E-69FBA29D4224}"/>
                    </a:ext>
                  </a:extLst>
                </p:cNvPr>
                <p:cNvSpPr/>
                <p:nvPr userDrawn="1"/>
              </p:nvSpPr>
              <p:spPr>
                <a:xfrm rot="2700000">
                  <a:off x="14498877" y="1157846"/>
                  <a:ext cx="168558" cy="147459"/>
                </a:xfrm>
                <a:custGeom>
                  <a:avLst/>
                  <a:gdLst>
                    <a:gd name="connsiteX0" fmla="*/ 12837 w 168558"/>
                    <a:gd name="connsiteY0" fmla="*/ 12836 h 147459"/>
                    <a:gd name="connsiteX1" fmla="*/ 43826 w 168558"/>
                    <a:gd name="connsiteY1" fmla="*/ 0 h 147459"/>
                    <a:gd name="connsiteX2" fmla="*/ 168558 w 168558"/>
                    <a:gd name="connsiteY2" fmla="*/ 0 h 147459"/>
                    <a:gd name="connsiteX3" fmla="*/ 21099 w 168558"/>
                    <a:gd name="connsiteY3" fmla="*/ 147459 h 147459"/>
                    <a:gd name="connsiteX4" fmla="*/ 0 w 168558"/>
                    <a:gd name="connsiteY4" fmla="*/ 126361 h 147459"/>
                    <a:gd name="connsiteX5" fmla="*/ 0 w 168558"/>
                    <a:gd name="connsiteY5" fmla="*/ 43826 h 147459"/>
                    <a:gd name="connsiteX6" fmla="*/ 12837 w 168558"/>
                    <a:gd name="connsiteY6" fmla="*/ 12836 h 147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8558" h="147459">
                      <a:moveTo>
                        <a:pt x="12837" y="12836"/>
                      </a:moveTo>
                      <a:cubicBezTo>
                        <a:pt x="20768" y="4905"/>
                        <a:pt x="31724" y="0"/>
                        <a:pt x="43826" y="0"/>
                      </a:cubicBezTo>
                      <a:lnTo>
                        <a:pt x="168558" y="0"/>
                      </a:lnTo>
                      <a:lnTo>
                        <a:pt x="21099" y="147459"/>
                      </a:lnTo>
                      <a:lnTo>
                        <a:pt x="0" y="126361"/>
                      </a:lnTo>
                      <a:lnTo>
                        <a:pt x="0" y="43826"/>
                      </a:lnTo>
                      <a:cubicBezTo>
                        <a:pt x="1" y="31723"/>
                        <a:pt x="4906" y="20767"/>
                        <a:pt x="12837" y="12836"/>
                      </a:cubicBezTo>
                      <a:close/>
                    </a:path>
                  </a:pathLst>
                </a:custGeom>
                <a:solidFill>
                  <a:srgbClr val="C9D8E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Rechthoek: afgeronde hoeken 88">
                  <a:extLst>
                    <a:ext uri="{FF2B5EF4-FFF2-40B4-BE49-F238E27FC236}">
                      <a16:creationId xmlns:a16="http://schemas.microsoft.com/office/drawing/2014/main" id="{620B52A7-E626-788A-449D-BC3524A07DA3}"/>
                    </a:ext>
                  </a:extLst>
                </p:cNvPr>
                <p:cNvSpPr/>
                <p:nvPr userDrawn="1"/>
              </p:nvSpPr>
              <p:spPr>
                <a:xfrm>
                  <a:off x="14601150" y="1145314"/>
                  <a:ext cx="155966" cy="116816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90" name="Rechte verbindingslijn 89">
                  <a:extLst>
                    <a:ext uri="{FF2B5EF4-FFF2-40B4-BE49-F238E27FC236}">
                      <a16:creationId xmlns:a16="http://schemas.microsoft.com/office/drawing/2014/main" id="{DD30D20B-E787-70C2-84AF-61A2361E8BD6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4637490" y="1308665"/>
                  <a:ext cx="83286" cy="0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1" name="Rechte verbindingslijn 90">
                  <a:extLst>
                    <a:ext uri="{FF2B5EF4-FFF2-40B4-BE49-F238E27FC236}">
                      <a16:creationId xmlns:a16="http://schemas.microsoft.com/office/drawing/2014/main" id="{360F9A5C-7511-9DDE-2FB1-E46BF4CC31F3}"/>
                    </a:ext>
                  </a:extLst>
                </p:cNvPr>
                <p:cNvCxnSpPr>
                  <a:cxnSpLocks/>
                  <a:stCxn id="89" idx="2"/>
                </p:cNvCxnSpPr>
                <p:nvPr userDrawn="1"/>
              </p:nvCxnSpPr>
              <p:spPr>
                <a:xfrm flipH="1">
                  <a:off x="14678717" y="1262130"/>
                  <a:ext cx="416" cy="43573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2F60BF63-F4FD-A2C0-EE24-A6427FAE2453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6D738BA4-0D19-E3EA-36A1-8FA2220F87EA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afbeelding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3E6B761D-B0B5-D6EF-3709-3537968673B5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3C4F1D31-5FFC-231B-4F3F-4B1E7D330F66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84" name="Rechte verbindingslijn 83">
                  <a:extLst>
                    <a:ext uri="{FF2B5EF4-FFF2-40B4-BE49-F238E27FC236}">
                      <a16:creationId xmlns:a16="http://schemas.microsoft.com/office/drawing/2014/main" id="{69D93671-1E58-22F5-60F9-F89744D9FEF3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85" name="Gelijkbenige driehoek 84">
                  <a:extLst>
                    <a:ext uri="{FF2B5EF4-FFF2-40B4-BE49-F238E27FC236}">
                      <a16:creationId xmlns:a16="http://schemas.microsoft.com/office/drawing/2014/main" id="{0A43ED62-B4DA-1DC0-69D6-D99DE494F3C9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2B9C7A0B-FFE9-475D-E1E0-FB907A624B2F}"/>
                  </a:ext>
                </a:extLst>
              </p:cNvPr>
              <p:cNvSpPr/>
              <p:nvPr userDrawn="1"/>
            </p:nvSpPr>
            <p:spPr>
              <a:xfrm>
                <a:off x="-3603587" y="255335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8538A195-335E-7CF7-3843-A7C4328B657C}"/>
                  </a:ext>
                </a:extLst>
              </p:cNvPr>
              <p:cNvSpPr/>
              <p:nvPr userDrawn="1"/>
            </p:nvSpPr>
            <p:spPr>
              <a:xfrm>
                <a:off x="-3319416" y="2553360"/>
                <a:ext cx="3126341" cy="46279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miniatuurweergave van de dia aan de linkerkant van het scherm 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‘Dia herstellen’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8" name="ICOON_info">
                <a:extLst>
                  <a:ext uri="{FF2B5EF4-FFF2-40B4-BE49-F238E27FC236}">
                    <a16:creationId xmlns:a16="http://schemas.microsoft.com/office/drawing/2014/main" id="{A68F86CE-20D8-86FB-59CC-3AB4419176CD}"/>
                  </a:ext>
                </a:extLst>
              </p:cNvPr>
              <p:cNvGrpSpPr/>
              <p:nvPr userDrawn="1"/>
            </p:nvGrpSpPr>
            <p:grpSpPr>
              <a:xfrm>
                <a:off x="-376736" y="5894045"/>
                <a:ext cx="283685" cy="283685"/>
                <a:chOff x="-510741" y="5913713"/>
                <a:chExt cx="267555" cy="267555"/>
              </a:xfrm>
            </p:grpSpPr>
            <p:sp>
              <p:nvSpPr>
                <p:cNvPr id="81" name="Ovaal 80">
                  <a:extLst>
                    <a:ext uri="{FF2B5EF4-FFF2-40B4-BE49-F238E27FC236}">
                      <a16:creationId xmlns:a16="http://schemas.microsoft.com/office/drawing/2014/main" id="{BC9E6254-C185-D20F-CA3D-D446A6951439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" name="Graphic 163" descr="Informatie">
                  <a:extLst>
                    <a:ext uri="{FF2B5EF4-FFF2-40B4-BE49-F238E27FC236}">
                      <a16:creationId xmlns:a16="http://schemas.microsoft.com/office/drawing/2014/main" id="{EF5E6B79-7CD3-13FE-D9A2-37E53058D014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4A518ADE-DAD8-6DB5-69D2-2B646CA432C7}"/>
                  </a:ext>
                </a:extLst>
              </p:cNvPr>
              <p:cNvSpPr/>
              <p:nvPr userDrawn="1"/>
            </p:nvSpPr>
            <p:spPr>
              <a:xfrm>
                <a:off x="-3603587" y="414578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D225C0A7-1D16-0597-9880-DEC35D4112A0}"/>
                  </a:ext>
                </a:extLst>
              </p:cNvPr>
              <p:cNvSpPr/>
              <p:nvPr userDrawn="1"/>
            </p:nvSpPr>
            <p:spPr>
              <a:xfrm>
                <a:off x="-3319415" y="4145790"/>
                <a:ext cx="2944682" cy="97979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Om de afbeelding te schalen of bij te snijden, ga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‘Hulpmiddelen voor afbeeldingen - Opmaak’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en klik op de knop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‘Bijsnijden’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Schaal met de bolletjes de afbeelding en met de hoekjes het afbeeldingskader.</a:t>
                </a:r>
              </a:p>
            </p:txBody>
          </p:sp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0475FFF8-905C-BA70-BB31-805EAF7B75B1}"/>
                  </a:ext>
                </a:extLst>
              </p:cNvPr>
              <p:cNvGrpSpPr/>
              <p:nvPr userDrawn="1"/>
            </p:nvGrpSpPr>
            <p:grpSpPr>
              <a:xfrm>
                <a:off x="-3408294" y="5236167"/>
                <a:ext cx="622283" cy="612919"/>
                <a:chOff x="12617641" y="3403239"/>
                <a:chExt cx="752963" cy="741634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F7873FD1-513A-705C-FC87-F9E06E730FC0}"/>
                    </a:ext>
                  </a:extLst>
                </p:cNvPr>
                <p:cNvGrpSpPr/>
                <p:nvPr userDrawn="1"/>
              </p:nvGrpSpPr>
              <p:grpSpPr>
                <a:xfrm>
                  <a:off x="12771550" y="3403239"/>
                  <a:ext cx="467156" cy="448491"/>
                  <a:chOff x="12782177" y="3403239"/>
                  <a:chExt cx="467156" cy="448491"/>
                </a:xfrm>
              </p:grpSpPr>
              <p:grpSp>
                <p:nvGrpSpPr>
                  <p:cNvPr id="68" name="Groep 67">
                    <a:extLst>
                      <a:ext uri="{FF2B5EF4-FFF2-40B4-BE49-F238E27FC236}">
                        <a16:creationId xmlns:a16="http://schemas.microsoft.com/office/drawing/2014/main" id="{639A6A54-2C15-3C4B-06E0-98A0CEC645F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82177" y="3403239"/>
                    <a:ext cx="412972" cy="396132"/>
                    <a:chOff x="13554906" y="3320109"/>
                    <a:chExt cx="443912" cy="425811"/>
                  </a:xfrm>
                </p:grpSpPr>
                <p:grpSp>
                  <p:nvGrpSpPr>
                    <p:cNvPr id="75" name="Groep 74">
                      <a:extLst>
                        <a:ext uri="{FF2B5EF4-FFF2-40B4-BE49-F238E27FC236}">
                          <a16:creationId xmlns:a16="http://schemas.microsoft.com/office/drawing/2014/main" id="{D033D2E7-390D-D72F-0B8D-A72CE251476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3554906" y="3320109"/>
                      <a:ext cx="443912" cy="425811"/>
                      <a:chOff x="12909684" y="1276143"/>
                      <a:chExt cx="443912" cy="425811"/>
                    </a:xfrm>
                  </p:grpSpPr>
                  <p:sp>
                    <p:nvSpPr>
                      <p:cNvPr id="78" name="Rechthoek 77">
                        <a:extLst>
                          <a:ext uri="{FF2B5EF4-FFF2-40B4-BE49-F238E27FC236}">
                            <a16:creationId xmlns:a16="http://schemas.microsoft.com/office/drawing/2014/main" id="{2E7A60F7-7560-0DDF-E3C9-43D00A933AF3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443912" cy="425811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818181"/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79" name="Rechthoek 78">
                        <a:extLst>
                          <a:ext uri="{FF2B5EF4-FFF2-40B4-BE49-F238E27FC236}">
                            <a16:creationId xmlns:a16="http://schemas.microsoft.com/office/drawing/2014/main" id="{0E6B0497-C277-8241-5445-24D79B445EF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261629" cy="2578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81818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80" name="Ovaal 79">
                        <a:extLst>
                          <a:ext uri="{FF2B5EF4-FFF2-40B4-BE49-F238E27FC236}">
                            <a16:creationId xmlns:a16="http://schemas.microsoft.com/office/drawing/2014/main" id="{CFE58A57-A9A7-8096-D84D-B3886CB08033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3069071" y="1308711"/>
                        <a:ext cx="72188" cy="72188"/>
                      </a:xfrm>
                      <a:prstGeom prst="ellipse">
                        <a:avLst/>
                      </a:prstGeom>
                      <a:solidFill>
                        <a:srgbClr val="ECC679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l"/>
                        <a:endParaRPr lang="nl-NL" sz="1000" b="1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76" name="Afbeelding 75">
                      <a:extLst>
                        <a:ext uri="{FF2B5EF4-FFF2-40B4-BE49-F238E27FC236}">
                          <a16:creationId xmlns:a16="http://schemas.microsoft.com/office/drawing/2014/main" id="{BE31427F-B865-FFB1-C4C6-EB25A41A195E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4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3567296" y="3424992"/>
                      <a:ext cx="173367" cy="14022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77" name="Afbeelding 76">
                      <a:extLst>
                        <a:ext uri="{FF2B5EF4-FFF2-40B4-BE49-F238E27FC236}">
                          <a16:creationId xmlns:a16="http://schemas.microsoft.com/office/drawing/2014/main" id="{5536067C-2445-D02F-40E9-B59A152514B8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4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flipH="1">
                      <a:off x="13635599" y="3453788"/>
                      <a:ext cx="173367" cy="111424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69" name="Groep 68">
                    <a:extLst>
                      <a:ext uri="{FF2B5EF4-FFF2-40B4-BE49-F238E27FC236}">
                        <a16:creationId xmlns:a16="http://schemas.microsoft.com/office/drawing/2014/main" id="{87B48372-91F9-3D01-21FE-0C4330D05DC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103513" y="3705268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73" name="Rechthoek 72">
                      <a:extLst>
                        <a:ext uri="{FF2B5EF4-FFF2-40B4-BE49-F238E27FC236}">
                          <a16:creationId xmlns:a16="http://schemas.microsoft.com/office/drawing/2014/main" id="{D1797C31-FC41-2ADE-F1A7-D010DDEF52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4" name="Rechthoek 73">
                      <a:extLst>
                        <a:ext uri="{FF2B5EF4-FFF2-40B4-BE49-F238E27FC236}">
                          <a16:creationId xmlns:a16="http://schemas.microsoft.com/office/drawing/2014/main" id="{39984BEC-FD39-85F4-CC04-4E48901205D6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70" name="Groep 69">
                    <a:extLst>
                      <a:ext uri="{FF2B5EF4-FFF2-40B4-BE49-F238E27FC236}">
                        <a16:creationId xmlns:a16="http://schemas.microsoft.com/office/drawing/2014/main" id="{38A8C00C-05E3-92B3-1910-867D71272F1A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13061402" y="3665637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71" name="Rechthoek 70">
                      <a:extLst>
                        <a:ext uri="{FF2B5EF4-FFF2-40B4-BE49-F238E27FC236}">
                          <a16:creationId xmlns:a16="http://schemas.microsoft.com/office/drawing/2014/main" id="{8233A0B8-63D5-8129-2B70-34736FB5D23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2" name="Rechthoek 71">
                      <a:extLst>
                        <a:ext uri="{FF2B5EF4-FFF2-40B4-BE49-F238E27FC236}">
                          <a16:creationId xmlns:a16="http://schemas.microsoft.com/office/drawing/2014/main" id="{93170BEC-683F-9CB4-40F7-D389507940F7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  <p:sp>
              <p:nvSpPr>
                <p:cNvPr id="66" name="Rechthoek 65">
                  <a:extLst>
                    <a:ext uri="{FF2B5EF4-FFF2-40B4-BE49-F238E27FC236}">
                      <a16:creationId xmlns:a16="http://schemas.microsoft.com/office/drawing/2014/main" id="{B5BFE1B9-7A74-BE7B-C77B-26AE0A6E8E84}"/>
                    </a:ext>
                  </a:extLst>
                </p:cNvPr>
                <p:cNvSpPr/>
                <p:nvPr userDrawn="1"/>
              </p:nvSpPr>
              <p:spPr>
                <a:xfrm>
                  <a:off x="12617641" y="3889890"/>
                  <a:ext cx="752963" cy="16117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Bijsnijden</a:t>
                  </a:r>
                </a:p>
              </p:txBody>
            </p:sp>
            <p:sp>
              <p:nvSpPr>
                <p:cNvPr id="67" name="Gelijkbenige driehoek 66">
                  <a:extLst>
                    <a:ext uri="{FF2B5EF4-FFF2-40B4-BE49-F238E27FC236}">
                      <a16:creationId xmlns:a16="http://schemas.microsoft.com/office/drawing/2014/main" id="{16230379-6AC9-7902-D929-1ABFC966CF5C}"/>
                    </a:ext>
                  </a:extLst>
                </p:cNvPr>
                <p:cNvSpPr/>
                <p:nvPr userDrawn="1"/>
              </p:nvSpPr>
              <p:spPr>
                <a:xfrm rot="10800000">
                  <a:off x="12950688" y="4093726"/>
                  <a:ext cx="86866" cy="51147"/>
                </a:xfrm>
                <a:prstGeom prst="triangle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957D0B68-7661-112D-383D-60E4DBD55340}"/>
                  </a:ext>
                </a:extLst>
              </p:cNvPr>
              <p:cNvSpPr/>
              <p:nvPr userDrawn="1"/>
            </p:nvSpPr>
            <p:spPr>
              <a:xfrm>
                <a:off x="-3316836" y="3119689"/>
                <a:ext cx="1239216" cy="719917"/>
              </a:xfrm>
              <a:prstGeom prst="rect">
                <a:avLst/>
              </a:prstGeom>
              <a:pattFill prst="wdUpDiag">
                <a:fgClr>
                  <a:srgbClr val="E0E0E0"/>
                </a:fgClr>
                <a:bgClr>
                  <a:srgbClr val="ECECEC"/>
                </a:bgClr>
              </a:pattFill>
              <a:ln w="12700">
                <a:solidFill>
                  <a:srgbClr val="D3D3D3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0" i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A030B7D3-E656-C84D-DBF1-A777B118A040}"/>
                  </a:ext>
                </a:extLst>
              </p:cNvPr>
              <p:cNvGrpSpPr/>
              <p:nvPr userDrawn="1"/>
            </p:nvGrpSpPr>
            <p:grpSpPr>
              <a:xfrm>
                <a:off x="-2485819" y="3399207"/>
                <a:ext cx="1222990" cy="563933"/>
                <a:chOff x="-2485819" y="3399207"/>
                <a:chExt cx="1222990" cy="563933"/>
              </a:xfrm>
            </p:grpSpPr>
            <p:sp>
              <p:nvSpPr>
                <p:cNvPr id="44" name="Rechthoek 43">
                  <a:extLst>
                    <a:ext uri="{FF2B5EF4-FFF2-40B4-BE49-F238E27FC236}">
                      <a16:creationId xmlns:a16="http://schemas.microsoft.com/office/drawing/2014/main" id="{D50ADCBF-278A-9293-8A76-55C4E3D257AE}"/>
                    </a:ext>
                  </a:extLst>
                </p:cNvPr>
                <p:cNvSpPr/>
                <p:nvPr userDrawn="1"/>
              </p:nvSpPr>
              <p:spPr>
                <a:xfrm>
                  <a:off x="-2485819" y="3399207"/>
                  <a:ext cx="1176476" cy="50485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Rechthoek 44">
                  <a:extLst>
                    <a:ext uri="{FF2B5EF4-FFF2-40B4-BE49-F238E27FC236}">
                      <a16:creationId xmlns:a16="http://schemas.microsoft.com/office/drawing/2014/main" id="{12DA4720-B776-FEE6-3D93-6BF25F638855}"/>
                    </a:ext>
                  </a:extLst>
                </p:cNvPr>
                <p:cNvSpPr/>
                <p:nvPr userDrawn="1"/>
              </p:nvSpPr>
              <p:spPr>
                <a:xfrm>
                  <a:off x="-2479584" y="3652838"/>
                  <a:ext cx="1164007" cy="246701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686EF2A4-5584-1C02-ED07-0572C5DEF2CF}"/>
                    </a:ext>
                  </a:extLst>
                </p:cNvPr>
                <p:cNvGrpSpPr/>
                <p:nvPr userDrawn="1"/>
              </p:nvGrpSpPr>
              <p:grpSpPr>
                <a:xfrm>
                  <a:off x="-2403869" y="3460544"/>
                  <a:ext cx="155951" cy="131922"/>
                  <a:chOff x="12968836" y="3354170"/>
                  <a:chExt cx="404806" cy="342433"/>
                </a:xfrm>
              </p:grpSpPr>
              <p:sp>
                <p:nvSpPr>
                  <p:cNvPr id="59" name="Rechthoek: afgeronde hoeken 58">
                    <a:extLst>
                      <a:ext uri="{FF2B5EF4-FFF2-40B4-BE49-F238E27FC236}">
                        <a16:creationId xmlns:a16="http://schemas.microsoft.com/office/drawing/2014/main" id="{F63FDA41-7E5C-8021-3A3C-2AD0DB7A4FC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nl-NL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0" name="Rechthoek 59">
                    <a:extLst>
                      <a:ext uri="{FF2B5EF4-FFF2-40B4-BE49-F238E27FC236}">
                        <a16:creationId xmlns:a16="http://schemas.microsoft.com/office/drawing/2014/main" id="{7F73FEE6-02D2-66D5-BCEB-005475E97C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1" name="Rechthoek 60">
                    <a:extLst>
                      <a:ext uri="{FF2B5EF4-FFF2-40B4-BE49-F238E27FC236}">
                        <a16:creationId xmlns:a16="http://schemas.microsoft.com/office/drawing/2014/main" id="{E4041243-6610-A79E-6AAA-7EA3E7E7C86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2" name="Rechthoek 61">
                    <a:extLst>
                      <a:ext uri="{FF2B5EF4-FFF2-40B4-BE49-F238E27FC236}">
                        <a16:creationId xmlns:a16="http://schemas.microsoft.com/office/drawing/2014/main" id="{6BAF8E41-009F-AC44-4B2F-FEEB5F8D2AC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3" name="Rechthoek 62">
                    <a:extLst>
                      <a:ext uri="{FF2B5EF4-FFF2-40B4-BE49-F238E27FC236}">
                        <a16:creationId xmlns:a16="http://schemas.microsoft.com/office/drawing/2014/main" id="{39A9FC13-066C-B038-F293-E8D9EDC9F1A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4" name="Rechthoek 63">
                    <a:extLst>
                      <a:ext uri="{FF2B5EF4-FFF2-40B4-BE49-F238E27FC236}">
                        <a16:creationId xmlns:a16="http://schemas.microsoft.com/office/drawing/2014/main" id="{D98F6BE8-6297-5FAA-91CC-447955F20B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7C8D078E-AFFB-ECB5-AF93-D64C97042BC2}"/>
                    </a:ext>
                  </a:extLst>
                </p:cNvPr>
                <p:cNvGrpSpPr/>
                <p:nvPr userDrawn="1"/>
              </p:nvGrpSpPr>
              <p:grpSpPr>
                <a:xfrm>
                  <a:off x="-2423424" y="3690208"/>
                  <a:ext cx="166739" cy="218963"/>
                  <a:chOff x="12940828" y="3950597"/>
                  <a:chExt cx="432813" cy="568367"/>
                </a:xfrm>
              </p:grpSpPr>
              <p:grpSp>
                <p:nvGrpSpPr>
                  <p:cNvPr id="51" name="Groep 50">
                    <a:extLst>
                      <a:ext uri="{FF2B5EF4-FFF2-40B4-BE49-F238E27FC236}">
                        <a16:creationId xmlns:a16="http://schemas.microsoft.com/office/drawing/2014/main" id="{E8981E80-EE6A-819D-87AF-0BF2A3BB7D43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000382" y="4006891"/>
                    <a:ext cx="373259" cy="315747"/>
                    <a:chOff x="12968836" y="3354170"/>
                    <a:chExt cx="404806" cy="342433"/>
                  </a:xfrm>
                </p:grpSpPr>
                <p:sp>
                  <p:nvSpPr>
                    <p:cNvPr id="53" name="Rechthoek: afgeronde hoeken 52">
                      <a:extLst>
                        <a:ext uri="{FF2B5EF4-FFF2-40B4-BE49-F238E27FC236}">
                          <a16:creationId xmlns:a16="http://schemas.microsoft.com/office/drawing/2014/main" id="{E6C81C5E-BB73-3587-C883-2CDF5207D0D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68836" y="3354170"/>
                      <a:ext cx="404806" cy="342433"/>
                    </a:xfrm>
                    <a:prstGeom prst="roundRect">
                      <a:avLst>
                        <a:gd name="adj" fmla="val 2911"/>
                      </a:avLst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4" name="Rechthoek 53">
                      <a:extLst>
                        <a:ext uri="{FF2B5EF4-FFF2-40B4-BE49-F238E27FC236}">
                          <a16:creationId xmlns:a16="http://schemas.microsoft.com/office/drawing/2014/main" id="{64A0D3DA-31F5-9B49-AFBD-0A97898E0E7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25180" y="3401181"/>
                      <a:ext cx="305213" cy="41563"/>
                    </a:xfrm>
                    <a:prstGeom prst="rect">
                      <a:avLst/>
                    </a:prstGeom>
                    <a:solidFill>
                      <a:srgbClr val="D1D1D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5" name="Rechthoek 54">
                      <a:extLst>
                        <a:ext uri="{FF2B5EF4-FFF2-40B4-BE49-F238E27FC236}">
                          <a16:creationId xmlns:a16="http://schemas.microsoft.com/office/drawing/2014/main" id="{7ED14716-7B4D-998D-71DF-79AB6FB8FFB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25181" y="3471575"/>
                      <a:ext cx="118778" cy="181691"/>
                    </a:xfrm>
                    <a:prstGeom prst="rect">
                      <a:avLst/>
                    </a:prstGeom>
                    <a:solidFill>
                      <a:srgbClr val="D1D1D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4E979E8C-7F48-0730-BABB-1B0F996CC06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180812" y="3481982"/>
                      <a:ext cx="135278" cy="21328"/>
                    </a:xfrm>
                    <a:prstGeom prst="rect">
                      <a:avLst/>
                    </a:prstGeom>
                    <a:solidFill>
                      <a:srgbClr val="B2B2B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0A3294A5-8631-59C2-E7C1-98628B7243A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180812" y="3554800"/>
                      <a:ext cx="69418" cy="21328"/>
                    </a:xfrm>
                    <a:prstGeom prst="rect">
                      <a:avLst/>
                    </a:prstGeom>
                    <a:solidFill>
                      <a:srgbClr val="B2B2B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8" name="Rechthoek 57">
                      <a:extLst>
                        <a:ext uri="{FF2B5EF4-FFF2-40B4-BE49-F238E27FC236}">
                          <a16:creationId xmlns:a16="http://schemas.microsoft.com/office/drawing/2014/main" id="{83D99F2B-D167-9C19-B643-3FEE509F3FC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180812" y="3627618"/>
                      <a:ext cx="69418" cy="21328"/>
                    </a:xfrm>
                    <a:prstGeom prst="rect">
                      <a:avLst/>
                    </a:prstGeom>
                    <a:solidFill>
                      <a:srgbClr val="B2B2B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2" name="Boog 51">
                    <a:extLst>
                      <a:ext uri="{FF2B5EF4-FFF2-40B4-BE49-F238E27FC236}">
                        <a16:creationId xmlns:a16="http://schemas.microsoft.com/office/drawing/2014/main" id="{87ADE675-6B9E-A38A-6D74-430C8D9AF44F}"/>
                      </a:ext>
                    </a:extLst>
                  </p:cNvPr>
                  <p:cNvSpPr/>
                  <p:nvPr userDrawn="1"/>
                </p:nvSpPr>
                <p:spPr>
                  <a:xfrm rot="17637075">
                    <a:off x="12776155" y="4115270"/>
                    <a:ext cx="568367" cy="239021"/>
                  </a:xfrm>
                  <a:prstGeom prst="arc">
                    <a:avLst>
                      <a:gd name="adj1" fmla="val 15959368"/>
                      <a:gd name="adj2" fmla="val 1354623"/>
                    </a:avLst>
                  </a:prstGeom>
                  <a:noFill/>
                  <a:ln w="19050" cap="flat" cmpd="sng" algn="ctr">
                    <a:solidFill>
                      <a:srgbClr val="4D82B8"/>
                    </a:solidFill>
                    <a:prstDash val="solid"/>
                    <a:headEnd type="arrow" w="med" len="sm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8" name="Tekstvak 47">
                  <a:extLst>
                    <a:ext uri="{FF2B5EF4-FFF2-40B4-BE49-F238E27FC236}">
                      <a16:creationId xmlns:a16="http://schemas.microsoft.com/office/drawing/2014/main" id="{4C9EDAC4-7E25-C2AA-3A59-0548B8662FC9}"/>
                    </a:ext>
                  </a:extLst>
                </p:cNvPr>
                <p:cNvSpPr txBox="1"/>
                <p:nvPr userDrawn="1"/>
              </p:nvSpPr>
              <p:spPr>
                <a:xfrm>
                  <a:off x="-2245455" y="3460544"/>
                  <a:ext cx="896116" cy="13470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Indeling</a:t>
                  </a:r>
                </a:p>
              </p:txBody>
            </p: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6600B304-A1A3-CA96-6CAA-434AD1C631B5}"/>
                    </a:ext>
                  </a:extLst>
                </p:cNvPr>
                <p:cNvSpPr txBox="1"/>
                <p:nvPr userDrawn="1"/>
              </p:nvSpPr>
              <p:spPr>
                <a:xfrm>
                  <a:off x="-2258884" y="3712980"/>
                  <a:ext cx="909545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Dia Herstellen</a:t>
                  </a:r>
                </a:p>
              </p:txBody>
            </p:sp>
            <p:sp>
              <p:nvSpPr>
                <p:cNvPr id="50" name="Vrije vorm: vorm 49">
                  <a:extLst>
                    <a:ext uri="{FF2B5EF4-FFF2-40B4-BE49-F238E27FC236}">
                      <a16:creationId xmlns:a16="http://schemas.microsoft.com/office/drawing/2014/main" id="{0B0F2D08-94B8-2874-6489-9C5FBD5537F2}"/>
                    </a:ext>
                  </a:extLst>
                </p:cNvPr>
                <p:cNvSpPr/>
                <p:nvPr userDrawn="1"/>
              </p:nvSpPr>
              <p:spPr>
                <a:xfrm>
                  <a:off x="-1360391" y="3783140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6197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49000" decel="51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5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9" grpId="0"/>
      <p:bldP spid="10" grpId="0">
        <p:tmplLst>
          <p:tmpl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544DF069-7248-5B07-F17B-4D7E644D7B2D}"/>
              </a:ext>
            </a:extLst>
          </p:cNvPr>
          <p:cNvSpPr/>
          <p:nvPr userDrawn="1"/>
        </p:nvSpPr>
        <p:spPr>
          <a:xfrm flipV="1">
            <a:off x="719137" y="0"/>
            <a:ext cx="11472862" cy="6858000"/>
          </a:xfrm>
          <a:prstGeom prst="rect">
            <a:avLst/>
          </a:prstGeom>
          <a:gradFill flip="none" rotWithShape="1">
            <a:gsLst>
              <a:gs pos="43000">
                <a:srgbClr val="222D47"/>
              </a:gs>
              <a:gs pos="57000">
                <a:srgbClr val="2C3C51"/>
              </a:gs>
              <a:gs pos="72000">
                <a:srgbClr val="3D5762"/>
              </a:gs>
              <a:gs pos="87000">
                <a:srgbClr val="5B867F"/>
              </a:gs>
              <a:gs pos="33000">
                <a:schemeClr val="accent1"/>
              </a:gs>
              <a:gs pos="100000">
                <a:srgbClr val="84C5A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22" name="Tijdelijke aanduiding voor afbeelding 121">
            <a:extLst>
              <a:ext uri="{FF2B5EF4-FFF2-40B4-BE49-F238E27FC236}">
                <a16:creationId xmlns:a16="http://schemas.microsoft.com/office/drawing/2014/main" id="{A84D0044-C0FF-074A-A586-842703DD25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68910" y="-437664"/>
            <a:ext cx="4623090" cy="7295664"/>
          </a:xfrm>
          <a:custGeom>
            <a:avLst/>
            <a:gdLst>
              <a:gd name="connsiteX0" fmla="*/ 0 w 4623090"/>
              <a:gd name="connsiteY0" fmla="*/ 426628 h 7295664"/>
              <a:gd name="connsiteX1" fmla="*/ 4623090 w 4623090"/>
              <a:gd name="connsiteY1" fmla="*/ 426628 h 7295664"/>
              <a:gd name="connsiteX2" fmla="*/ 4623090 w 4623090"/>
              <a:gd name="connsiteY2" fmla="*/ 7295664 h 7295664"/>
              <a:gd name="connsiteX3" fmla="*/ 0 w 4623090"/>
              <a:gd name="connsiteY3" fmla="*/ 7295664 h 7295664"/>
              <a:gd name="connsiteX4" fmla="*/ 0 w 4623090"/>
              <a:gd name="connsiteY4" fmla="*/ 6927364 h 7295664"/>
              <a:gd name="connsiteX5" fmla="*/ 0 w 4623090"/>
              <a:gd name="connsiteY5" fmla="*/ 437664 h 7295664"/>
              <a:gd name="connsiteX6" fmla="*/ 2994488 w 4623090"/>
              <a:gd name="connsiteY6" fmla="*/ 0 h 7295664"/>
              <a:gd name="connsiteX7" fmla="*/ 3902365 w 4623090"/>
              <a:gd name="connsiteY7" fmla="*/ 0 h 7295664"/>
              <a:gd name="connsiteX8" fmla="*/ 3902365 w 4623090"/>
              <a:gd name="connsiteY8" fmla="*/ 426625 h 7295664"/>
              <a:gd name="connsiteX9" fmla="*/ 2994488 w 4623090"/>
              <a:gd name="connsiteY9" fmla="*/ 426625 h 729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23090" h="7295664">
                <a:moveTo>
                  <a:pt x="0" y="426628"/>
                </a:moveTo>
                <a:lnTo>
                  <a:pt x="4623090" y="426628"/>
                </a:lnTo>
                <a:lnTo>
                  <a:pt x="4623090" y="7295664"/>
                </a:lnTo>
                <a:lnTo>
                  <a:pt x="0" y="7295664"/>
                </a:lnTo>
                <a:lnTo>
                  <a:pt x="0" y="6927364"/>
                </a:lnTo>
                <a:lnTo>
                  <a:pt x="0" y="437664"/>
                </a:lnTo>
                <a:close/>
                <a:moveTo>
                  <a:pt x="2994488" y="0"/>
                </a:moveTo>
                <a:lnTo>
                  <a:pt x="3902365" y="0"/>
                </a:lnTo>
                <a:lnTo>
                  <a:pt x="3902365" y="426625"/>
                </a:lnTo>
                <a:lnTo>
                  <a:pt x="2994488" y="4266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360000" tIns="0" rIns="36000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 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518AE302-BA9D-E676-032C-4945BCD9C562}"/>
              </a:ext>
            </a:extLst>
          </p:cNvPr>
          <p:cNvSpPr/>
          <p:nvPr userDrawn="1"/>
        </p:nvSpPr>
        <p:spPr>
          <a:xfrm>
            <a:off x="0" y="-425941"/>
            <a:ext cx="92897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Agenda #1</a:t>
            </a:r>
          </a:p>
        </p:txBody>
      </p:sp>
      <p:sp>
        <p:nvSpPr>
          <p:cNvPr id="58" name="Tijdelijke aanduiding voor tekst 23">
            <a:extLst>
              <a:ext uri="{FF2B5EF4-FFF2-40B4-BE49-F238E27FC236}">
                <a16:creationId xmlns:a16="http://schemas.microsoft.com/office/drawing/2014/main" id="{17151D36-0722-56E9-F369-790FAF80ECE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331117" y="1592263"/>
            <a:ext cx="8083338" cy="4264025"/>
          </a:xfrm>
          <a:prstGeom prst="rect">
            <a:avLst/>
          </a:prstGeom>
          <a:gradFill flip="none" rotWithShape="1">
            <a:gsLst>
              <a:gs pos="67000">
                <a:srgbClr val="489078"/>
              </a:gs>
              <a:gs pos="5000">
                <a:schemeClr val="accent1"/>
              </a:gs>
              <a:gs pos="95000">
                <a:srgbClr val="84C5A7"/>
              </a:gs>
            </a:gsLst>
            <a:lin ang="13500000" scaled="1"/>
            <a:tileRect/>
          </a:gradFill>
          <a:effectLst>
            <a:outerShdw blurRad="317500" dist="190500" dir="5400000" sx="96000" sy="96000" algn="t" rotWithShape="0">
              <a:prstClr val="black">
                <a:alpha val="30000"/>
              </a:prstClr>
            </a:outerShdw>
          </a:effectLst>
        </p:spPr>
        <p:txBody>
          <a:bodyPr wrap="square" tIns="18000" anchor="b">
            <a:noAutofit/>
          </a:bodyPr>
          <a:lstStyle>
            <a:lvl1pPr marL="0" indent="0" algn="ctr">
              <a:buNone/>
              <a:defRPr sz="100" strike="noStrike">
                <a:solidFill>
                  <a:schemeClr val="bg1">
                    <a:alpha val="0"/>
                  </a:schemeClr>
                </a:solidFill>
                <a:latin typeface="+mj-lt"/>
              </a:defRPr>
            </a:lvl1pPr>
          </a:lstStyle>
          <a:p>
            <a:pPr lvl="0"/>
            <a:r>
              <a:rPr lang="nl-NL"/>
              <a:t>leeg()</a:t>
            </a:r>
          </a:p>
        </p:txBody>
      </p:sp>
      <p:sp>
        <p:nvSpPr>
          <p:cNvPr id="59" name="Tijdelijke aanduiding voor tekst 29">
            <a:extLst>
              <a:ext uri="{FF2B5EF4-FFF2-40B4-BE49-F238E27FC236}">
                <a16:creationId xmlns:a16="http://schemas.microsoft.com/office/drawing/2014/main" id="{DAE48704-17A6-913E-7FF5-B1B8C245A1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0534" y="2202265"/>
            <a:ext cx="2553764" cy="255185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ln w="0" cap="rnd">
                  <a:noFill/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Agendapunt</a:t>
            </a:r>
          </a:p>
        </p:txBody>
      </p:sp>
      <p:sp>
        <p:nvSpPr>
          <p:cNvPr id="60" name="Tijdelijke aanduiding voor tekst 29">
            <a:extLst>
              <a:ext uri="{FF2B5EF4-FFF2-40B4-BE49-F238E27FC236}">
                <a16:creationId xmlns:a16="http://schemas.microsoft.com/office/drawing/2014/main" id="{4A16A9C1-6428-79A6-AF53-05C3017658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50534" y="2509838"/>
            <a:ext cx="2553764" cy="152613"/>
          </a:xfrm>
        </p:spPr>
        <p:txBody>
          <a:bodyPr tIns="0" anchor="ctr"/>
          <a:lstStyle>
            <a:lvl1pPr marL="0" indent="0">
              <a:buNone/>
              <a:defRPr sz="1200" b="0">
                <a:ln w="0" cap="rnd">
                  <a:noFill/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Tekst</a:t>
            </a:r>
          </a:p>
        </p:txBody>
      </p:sp>
      <p:sp>
        <p:nvSpPr>
          <p:cNvPr id="61" name="Tijdelijke aanduiding voor tekst 103">
            <a:extLst>
              <a:ext uri="{FF2B5EF4-FFF2-40B4-BE49-F238E27FC236}">
                <a16:creationId xmlns:a16="http://schemas.microsoft.com/office/drawing/2014/main" id="{D492EF04-0809-1A5A-2E28-BDC7D945984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007735" y="2202264"/>
            <a:ext cx="450000" cy="307574"/>
          </a:xfrm>
          <a:prstGeom prst="rect">
            <a:avLst/>
          </a:prstGeom>
          <a:noFill/>
        </p:spPr>
        <p:txBody>
          <a:bodyPr tIns="0" anchor="ctr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00</a:t>
            </a:r>
          </a:p>
        </p:txBody>
      </p:sp>
      <p:sp>
        <p:nvSpPr>
          <p:cNvPr id="69" name="Tijdelijke aanduiding voor tekst 29">
            <a:extLst>
              <a:ext uri="{FF2B5EF4-FFF2-40B4-BE49-F238E27FC236}">
                <a16:creationId xmlns:a16="http://schemas.microsoft.com/office/drawing/2014/main" id="{B5C82606-8985-BDEB-2B0E-38B6D710EB7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650534" y="3101992"/>
            <a:ext cx="2553764" cy="255185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2000" b="1" kern="1200" dirty="0">
                <a:ln w="0" cap="rnd">
                  <a:noFill/>
                </a:ln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Agendapunt</a:t>
            </a:r>
          </a:p>
        </p:txBody>
      </p:sp>
      <p:sp>
        <p:nvSpPr>
          <p:cNvPr id="71" name="Tijdelijke aanduiding voor tekst 29">
            <a:extLst>
              <a:ext uri="{FF2B5EF4-FFF2-40B4-BE49-F238E27FC236}">
                <a16:creationId xmlns:a16="http://schemas.microsoft.com/office/drawing/2014/main" id="{9E353C45-B98B-9868-F9ED-62B4A8E69F6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650534" y="4001719"/>
            <a:ext cx="2553764" cy="255185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2000" b="1" kern="1200" dirty="0">
                <a:ln w="0" cap="rnd">
                  <a:noFill/>
                </a:ln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Agendapunt</a:t>
            </a:r>
          </a:p>
        </p:txBody>
      </p:sp>
      <p:sp>
        <p:nvSpPr>
          <p:cNvPr id="73" name="Tijdelijke aanduiding voor tekst 29">
            <a:extLst>
              <a:ext uri="{FF2B5EF4-FFF2-40B4-BE49-F238E27FC236}">
                <a16:creationId xmlns:a16="http://schemas.microsoft.com/office/drawing/2014/main" id="{032CDBE2-1BBB-DE2A-6C65-4552C2EFB57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650534" y="4901447"/>
            <a:ext cx="2553764" cy="255185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2000" b="1" kern="1200" dirty="0">
                <a:ln w="0" cap="rnd">
                  <a:noFill/>
                </a:ln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Agendapunt</a:t>
            </a:r>
          </a:p>
        </p:txBody>
      </p:sp>
      <p:sp>
        <p:nvSpPr>
          <p:cNvPr id="75" name="Tijdelijke aanduiding voor tekst 29">
            <a:extLst>
              <a:ext uri="{FF2B5EF4-FFF2-40B4-BE49-F238E27FC236}">
                <a16:creationId xmlns:a16="http://schemas.microsoft.com/office/drawing/2014/main" id="{34C19F79-A90B-CF61-2E08-2ED76EDD7C8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20256" y="2202265"/>
            <a:ext cx="2553764" cy="255185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2000" b="1" kern="1200" dirty="0">
                <a:ln w="0" cap="rnd">
                  <a:noFill/>
                </a:ln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Agendapunt</a:t>
            </a:r>
          </a:p>
        </p:txBody>
      </p:sp>
      <p:sp>
        <p:nvSpPr>
          <p:cNvPr id="77" name="Tijdelijke aanduiding voor tekst 29">
            <a:extLst>
              <a:ext uri="{FF2B5EF4-FFF2-40B4-BE49-F238E27FC236}">
                <a16:creationId xmlns:a16="http://schemas.microsoft.com/office/drawing/2014/main" id="{B4E1F09A-C514-7D55-7390-49D52F256D9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220256" y="3101992"/>
            <a:ext cx="2553764" cy="255185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2000" b="1" kern="1200" dirty="0">
                <a:ln w="0" cap="rnd">
                  <a:noFill/>
                </a:ln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Agendapunt</a:t>
            </a:r>
          </a:p>
        </p:txBody>
      </p:sp>
      <p:sp>
        <p:nvSpPr>
          <p:cNvPr id="79" name="Tijdelijke aanduiding voor tekst 29">
            <a:extLst>
              <a:ext uri="{FF2B5EF4-FFF2-40B4-BE49-F238E27FC236}">
                <a16:creationId xmlns:a16="http://schemas.microsoft.com/office/drawing/2014/main" id="{C5CF296F-3981-DA77-85BA-8FB51A46F04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20256" y="4001719"/>
            <a:ext cx="2553764" cy="255185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2000" b="1" kern="1200" dirty="0">
                <a:ln w="0" cap="rnd">
                  <a:noFill/>
                </a:ln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Agendapunt</a:t>
            </a:r>
          </a:p>
        </p:txBody>
      </p:sp>
      <p:sp>
        <p:nvSpPr>
          <p:cNvPr id="81" name="Tijdelijke aanduiding voor tekst 29">
            <a:extLst>
              <a:ext uri="{FF2B5EF4-FFF2-40B4-BE49-F238E27FC236}">
                <a16:creationId xmlns:a16="http://schemas.microsoft.com/office/drawing/2014/main" id="{4B289B48-A63B-E109-73CC-0A03779F214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220256" y="4901447"/>
            <a:ext cx="2553764" cy="255185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GB" sz="2000" b="1" kern="1200" dirty="0">
                <a:ln w="0" cap="rnd">
                  <a:noFill/>
                </a:ln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Agendapunt</a:t>
            </a:r>
          </a:p>
        </p:txBody>
      </p:sp>
      <p:sp>
        <p:nvSpPr>
          <p:cNvPr id="2" name="Tijdelijke aanduiding voor tekst 29">
            <a:extLst>
              <a:ext uri="{FF2B5EF4-FFF2-40B4-BE49-F238E27FC236}">
                <a16:creationId xmlns:a16="http://schemas.microsoft.com/office/drawing/2014/main" id="{5FFAAE3C-0006-842B-D173-B53E73BC436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650534" y="3409566"/>
            <a:ext cx="2553764" cy="152613"/>
          </a:xfrm>
        </p:spPr>
        <p:txBody>
          <a:bodyPr tIns="0" anchor="ctr"/>
          <a:lstStyle>
            <a:lvl1pPr marL="0" indent="0">
              <a:buNone/>
              <a:defRPr sz="1200" b="0">
                <a:ln w="0" cap="rnd">
                  <a:noFill/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Tekst</a:t>
            </a:r>
          </a:p>
        </p:txBody>
      </p:sp>
      <p:sp>
        <p:nvSpPr>
          <p:cNvPr id="3" name="Tijdelijke aanduiding voor tekst 103">
            <a:extLst>
              <a:ext uri="{FF2B5EF4-FFF2-40B4-BE49-F238E27FC236}">
                <a16:creationId xmlns:a16="http://schemas.microsoft.com/office/drawing/2014/main" id="{69F003FC-7096-B956-52CC-52AD2B1B1FC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007735" y="3101992"/>
            <a:ext cx="450000" cy="307574"/>
          </a:xfrm>
          <a:prstGeom prst="rect">
            <a:avLst/>
          </a:prstGeom>
          <a:noFill/>
        </p:spPr>
        <p:txBody>
          <a:bodyPr tIns="0" anchor="ctr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00</a:t>
            </a:r>
          </a:p>
        </p:txBody>
      </p:sp>
      <p:sp>
        <p:nvSpPr>
          <p:cNvPr id="4" name="Tijdelijke aanduiding voor tekst 29">
            <a:extLst>
              <a:ext uri="{FF2B5EF4-FFF2-40B4-BE49-F238E27FC236}">
                <a16:creationId xmlns:a16="http://schemas.microsoft.com/office/drawing/2014/main" id="{23C1ED48-26BF-D620-B242-2160CB04E5A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650534" y="4309293"/>
            <a:ext cx="2553764" cy="152613"/>
          </a:xfrm>
        </p:spPr>
        <p:txBody>
          <a:bodyPr tIns="0" anchor="ctr"/>
          <a:lstStyle>
            <a:lvl1pPr marL="0" indent="0">
              <a:buNone/>
              <a:defRPr sz="1200" b="0">
                <a:ln w="0" cap="rnd">
                  <a:noFill/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Tekst</a:t>
            </a:r>
          </a:p>
        </p:txBody>
      </p:sp>
      <p:sp>
        <p:nvSpPr>
          <p:cNvPr id="7" name="Tijdelijke aanduiding voor tekst 103">
            <a:extLst>
              <a:ext uri="{FF2B5EF4-FFF2-40B4-BE49-F238E27FC236}">
                <a16:creationId xmlns:a16="http://schemas.microsoft.com/office/drawing/2014/main" id="{197804A2-A201-7458-0E1F-D3A375B54FA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007735" y="4001719"/>
            <a:ext cx="450000" cy="307574"/>
          </a:xfrm>
          <a:prstGeom prst="rect">
            <a:avLst/>
          </a:prstGeom>
          <a:noFill/>
        </p:spPr>
        <p:txBody>
          <a:bodyPr tIns="0" anchor="ctr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00</a:t>
            </a:r>
          </a:p>
        </p:txBody>
      </p:sp>
      <p:sp>
        <p:nvSpPr>
          <p:cNvPr id="8" name="Tijdelijke aanduiding voor tekst 29">
            <a:extLst>
              <a:ext uri="{FF2B5EF4-FFF2-40B4-BE49-F238E27FC236}">
                <a16:creationId xmlns:a16="http://schemas.microsoft.com/office/drawing/2014/main" id="{366DF1B7-E0A2-8610-9236-411B2750736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50534" y="5210916"/>
            <a:ext cx="2553764" cy="152613"/>
          </a:xfrm>
        </p:spPr>
        <p:txBody>
          <a:bodyPr tIns="0" anchor="ctr"/>
          <a:lstStyle>
            <a:lvl1pPr marL="0" indent="0">
              <a:buNone/>
              <a:defRPr sz="1200" b="0">
                <a:ln w="0" cap="rnd">
                  <a:noFill/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Tekst</a:t>
            </a:r>
          </a:p>
        </p:txBody>
      </p:sp>
      <p:sp>
        <p:nvSpPr>
          <p:cNvPr id="9" name="Tijdelijke aanduiding voor tekst 103">
            <a:extLst>
              <a:ext uri="{FF2B5EF4-FFF2-40B4-BE49-F238E27FC236}">
                <a16:creationId xmlns:a16="http://schemas.microsoft.com/office/drawing/2014/main" id="{19BF14A9-3B57-4473-1829-5AF9B6074D7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007735" y="4903342"/>
            <a:ext cx="450000" cy="307574"/>
          </a:xfrm>
          <a:prstGeom prst="rect">
            <a:avLst/>
          </a:prstGeom>
          <a:noFill/>
        </p:spPr>
        <p:txBody>
          <a:bodyPr tIns="0" anchor="ctr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00</a:t>
            </a:r>
          </a:p>
        </p:txBody>
      </p:sp>
      <p:sp>
        <p:nvSpPr>
          <p:cNvPr id="10" name="Tijdelijke aanduiding voor tekst 29">
            <a:extLst>
              <a:ext uri="{FF2B5EF4-FFF2-40B4-BE49-F238E27FC236}">
                <a16:creationId xmlns:a16="http://schemas.microsoft.com/office/drawing/2014/main" id="{F645818C-CAB5-B2C4-10BA-7AC20CA8992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20256" y="5210916"/>
            <a:ext cx="2553764" cy="152613"/>
          </a:xfrm>
        </p:spPr>
        <p:txBody>
          <a:bodyPr tIns="0" anchor="ctr"/>
          <a:lstStyle>
            <a:lvl1pPr marL="0" indent="0">
              <a:buNone/>
              <a:defRPr sz="1200" b="0">
                <a:ln w="0" cap="rnd">
                  <a:noFill/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Tekst</a:t>
            </a:r>
          </a:p>
        </p:txBody>
      </p:sp>
      <p:sp>
        <p:nvSpPr>
          <p:cNvPr id="11" name="Tijdelijke aanduiding voor tekst 103">
            <a:extLst>
              <a:ext uri="{FF2B5EF4-FFF2-40B4-BE49-F238E27FC236}">
                <a16:creationId xmlns:a16="http://schemas.microsoft.com/office/drawing/2014/main" id="{1AADE5B6-5C20-5B3E-02FB-DAD08253FD0F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577457" y="4903342"/>
            <a:ext cx="450000" cy="307574"/>
          </a:xfrm>
          <a:prstGeom prst="rect">
            <a:avLst/>
          </a:prstGeom>
          <a:noFill/>
        </p:spPr>
        <p:txBody>
          <a:bodyPr tIns="0" anchor="ctr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00</a:t>
            </a:r>
          </a:p>
        </p:txBody>
      </p:sp>
      <p:sp>
        <p:nvSpPr>
          <p:cNvPr id="12" name="Tijdelijke aanduiding voor tekst 29">
            <a:extLst>
              <a:ext uri="{FF2B5EF4-FFF2-40B4-BE49-F238E27FC236}">
                <a16:creationId xmlns:a16="http://schemas.microsoft.com/office/drawing/2014/main" id="{84429017-73CE-2F52-1814-A7E25287D3D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220256" y="4309293"/>
            <a:ext cx="2553764" cy="152613"/>
          </a:xfrm>
        </p:spPr>
        <p:txBody>
          <a:bodyPr tIns="0" anchor="ctr"/>
          <a:lstStyle>
            <a:lvl1pPr marL="0" indent="0">
              <a:buNone/>
              <a:defRPr sz="1200" b="0">
                <a:ln w="0" cap="rnd">
                  <a:noFill/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Tekst</a:t>
            </a:r>
          </a:p>
        </p:txBody>
      </p:sp>
      <p:sp>
        <p:nvSpPr>
          <p:cNvPr id="14" name="Tijdelijke aanduiding voor tekst 103">
            <a:extLst>
              <a:ext uri="{FF2B5EF4-FFF2-40B4-BE49-F238E27FC236}">
                <a16:creationId xmlns:a16="http://schemas.microsoft.com/office/drawing/2014/main" id="{20859464-E5F6-37B8-FFCB-6295F38D83A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577457" y="4001719"/>
            <a:ext cx="450000" cy="307574"/>
          </a:xfrm>
          <a:prstGeom prst="rect">
            <a:avLst/>
          </a:prstGeom>
          <a:noFill/>
        </p:spPr>
        <p:txBody>
          <a:bodyPr tIns="0" anchor="ctr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00</a:t>
            </a:r>
          </a:p>
        </p:txBody>
      </p:sp>
      <p:sp>
        <p:nvSpPr>
          <p:cNvPr id="15" name="Tijdelijke aanduiding voor tekst 29">
            <a:extLst>
              <a:ext uri="{FF2B5EF4-FFF2-40B4-BE49-F238E27FC236}">
                <a16:creationId xmlns:a16="http://schemas.microsoft.com/office/drawing/2014/main" id="{6C554009-AD15-E5F9-465A-21DDFD02FCE2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220256" y="3407670"/>
            <a:ext cx="2553764" cy="152613"/>
          </a:xfrm>
        </p:spPr>
        <p:txBody>
          <a:bodyPr tIns="0" anchor="ctr"/>
          <a:lstStyle>
            <a:lvl1pPr marL="0" indent="0">
              <a:buNone/>
              <a:defRPr sz="1200" b="0">
                <a:ln w="0" cap="rnd">
                  <a:noFill/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Tekst</a:t>
            </a:r>
          </a:p>
        </p:txBody>
      </p:sp>
      <p:sp>
        <p:nvSpPr>
          <p:cNvPr id="16" name="Tijdelijke aanduiding voor tekst 103">
            <a:extLst>
              <a:ext uri="{FF2B5EF4-FFF2-40B4-BE49-F238E27FC236}">
                <a16:creationId xmlns:a16="http://schemas.microsoft.com/office/drawing/2014/main" id="{7A66C98D-00CC-985C-9896-AFFC932C32B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577457" y="3100096"/>
            <a:ext cx="450000" cy="307574"/>
          </a:xfrm>
          <a:prstGeom prst="rect">
            <a:avLst/>
          </a:prstGeom>
          <a:noFill/>
        </p:spPr>
        <p:txBody>
          <a:bodyPr tIns="0" anchor="ctr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00</a:t>
            </a:r>
          </a:p>
        </p:txBody>
      </p:sp>
      <p:sp>
        <p:nvSpPr>
          <p:cNvPr id="17" name="Tijdelijke aanduiding voor tekst 29">
            <a:extLst>
              <a:ext uri="{FF2B5EF4-FFF2-40B4-BE49-F238E27FC236}">
                <a16:creationId xmlns:a16="http://schemas.microsoft.com/office/drawing/2014/main" id="{1CEE9AC0-C771-6D1B-F3CB-B6D977AA8E48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220256" y="2507349"/>
            <a:ext cx="2553764" cy="152613"/>
          </a:xfrm>
        </p:spPr>
        <p:txBody>
          <a:bodyPr tIns="0" anchor="ctr"/>
          <a:lstStyle>
            <a:lvl1pPr marL="0" indent="0">
              <a:buNone/>
              <a:defRPr sz="1200" b="0">
                <a:ln w="0" cap="rnd">
                  <a:noFill/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Tekst</a:t>
            </a:r>
          </a:p>
        </p:txBody>
      </p:sp>
      <p:sp>
        <p:nvSpPr>
          <p:cNvPr id="18" name="Tijdelijke aanduiding voor tekst 103">
            <a:extLst>
              <a:ext uri="{FF2B5EF4-FFF2-40B4-BE49-F238E27FC236}">
                <a16:creationId xmlns:a16="http://schemas.microsoft.com/office/drawing/2014/main" id="{9543AF08-CAB3-1EF8-4F6C-F516A96E8E6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577457" y="2199775"/>
            <a:ext cx="450000" cy="307574"/>
          </a:xfrm>
          <a:prstGeom prst="rect">
            <a:avLst/>
          </a:prstGeom>
          <a:noFill/>
        </p:spPr>
        <p:txBody>
          <a:bodyPr tIns="0" anchor="ctr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00</a:t>
            </a:r>
          </a:p>
        </p:txBody>
      </p:sp>
      <p:sp>
        <p:nvSpPr>
          <p:cNvPr id="19" name="Titel 12">
            <a:extLst>
              <a:ext uri="{FF2B5EF4-FFF2-40B4-BE49-F238E27FC236}">
                <a16:creationId xmlns:a16="http://schemas.microsoft.com/office/drawing/2014/main" id="{D88BC483-4C74-B95D-7ACC-68953A512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117" y="720000"/>
            <a:ext cx="5658158" cy="369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20" name="Tijdelijke aanduiding voor tekst 6">
            <a:extLst>
              <a:ext uri="{FF2B5EF4-FFF2-40B4-BE49-F238E27FC236}">
                <a16:creationId xmlns:a16="http://schemas.microsoft.com/office/drawing/2014/main" id="{8911AF39-32EB-9DFC-DC1E-DFE25FF29E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7" y="368300"/>
            <a:ext cx="5657085" cy="168113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sp>
        <p:nvSpPr>
          <p:cNvPr id="23" name="Tijdelijke aanduiding voor datum 22">
            <a:extLst>
              <a:ext uri="{FF2B5EF4-FFF2-40B4-BE49-F238E27FC236}">
                <a16:creationId xmlns:a16="http://schemas.microsoft.com/office/drawing/2014/main" id="{0D551C51-A7E0-8FBC-FF3A-6A772DB5689A}"/>
              </a:ext>
            </a:extLst>
          </p:cNvPr>
          <p:cNvSpPr>
            <a:spLocks noGrp="1"/>
          </p:cNvSpPr>
          <p:nvPr>
            <p:ph type="dt" sz="half" idx="7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4" name="Tijdelijke aanduiding voor voettekst 23">
            <a:extLst>
              <a:ext uri="{FF2B5EF4-FFF2-40B4-BE49-F238E27FC236}">
                <a16:creationId xmlns:a16="http://schemas.microsoft.com/office/drawing/2014/main" id="{ED275FD5-D933-DB55-34E5-C014D195A43F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nl-NL" err="1"/>
              <a:t>Cerios</a:t>
            </a:r>
            <a:r>
              <a:rPr lang="nl-NL"/>
              <a:t> template-set</a:t>
            </a:r>
          </a:p>
        </p:txBody>
      </p:sp>
      <p:sp>
        <p:nvSpPr>
          <p:cNvPr id="25" name="Tijdelijke aanduiding voor dianummer 24">
            <a:extLst>
              <a:ext uri="{FF2B5EF4-FFF2-40B4-BE49-F238E27FC236}">
                <a16:creationId xmlns:a16="http://schemas.microsoft.com/office/drawing/2014/main" id="{FC0DC96A-5F4E-2ACB-9920-912832ABAFBB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grpSp>
        <p:nvGrpSpPr>
          <p:cNvPr id="26" name="INSTRUCTIE">
            <a:extLst>
              <a:ext uri="{FF2B5EF4-FFF2-40B4-BE49-F238E27FC236}">
                <a16:creationId xmlns:a16="http://schemas.microsoft.com/office/drawing/2014/main" id="{D9F35C47-1EBE-735D-AE44-B32E559800F7}"/>
              </a:ext>
            </a:extLst>
          </p:cNvPr>
          <p:cNvGrpSpPr/>
          <p:nvPr userDrawn="1"/>
        </p:nvGrpSpPr>
        <p:grpSpPr>
          <a:xfrm>
            <a:off x="12377595" y="0"/>
            <a:ext cx="3693386" cy="6857760"/>
            <a:chOff x="-3786437" y="0"/>
            <a:chExt cx="3693386" cy="6857760"/>
          </a:xfrm>
        </p:grpSpPr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D72BA72A-1DDB-B2E6-BD09-C214A09C9748}"/>
                </a:ext>
              </a:extLst>
            </p:cNvPr>
            <p:cNvSpPr/>
            <p:nvPr userDrawn="1"/>
          </p:nvSpPr>
          <p:spPr>
            <a:xfrm>
              <a:off x="-3786437" y="6029760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28" name="INSTRUCTIE">
              <a:extLst>
                <a:ext uri="{FF2B5EF4-FFF2-40B4-BE49-F238E27FC236}">
                  <a16:creationId xmlns:a16="http://schemas.microsoft.com/office/drawing/2014/main" id="{5D129771-1AF5-0A15-F69B-76787B4A54E2}"/>
                </a:ext>
              </a:extLst>
            </p:cNvPr>
            <p:cNvGrpSpPr/>
            <p:nvPr userDrawn="1"/>
          </p:nvGrpSpPr>
          <p:grpSpPr>
            <a:xfrm>
              <a:off x="-3786165" y="0"/>
              <a:ext cx="3693114" cy="6177730"/>
              <a:chOff x="-3786165" y="0"/>
              <a:chExt cx="3693114" cy="6177730"/>
            </a:xfrm>
          </p:grpSpPr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1368C05C-CE03-E8C1-C4D5-E4DB2D80A893}"/>
                  </a:ext>
                </a:extLst>
              </p:cNvPr>
              <p:cNvSpPr/>
              <p:nvPr userDrawn="1"/>
            </p:nvSpPr>
            <p:spPr>
              <a:xfrm>
                <a:off x="-3786165" y="0"/>
                <a:ext cx="3593091" cy="602520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Afbeelding invoegen/opmaken</a:t>
                </a:r>
              </a:p>
            </p:txBody>
          </p:sp>
          <p:sp>
            <p:nvSpPr>
              <p:cNvPr id="30" name="Ovaal 29">
                <a:extLst>
                  <a:ext uri="{FF2B5EF4-FFF2-40B4-BE49-F238E27FC236}">
                    <a16:creationId xmlns:a16="http://schemas.microsoft.com/office/drawing/2014/main" id="{053CB96B-794E-8EC9-9CF5-9EE30A18505C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5B39EE6B-92F2-4E4F-0AAC-C5F510E1FBB8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afbeelding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afbeelding in te voegen </a:t>
                </a: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2" name="Groep 31">
                <a:extLst>
                  <a:ext uri="{FF2B5EF4-FFF2-40B4-BE49-F238E27FC236}">
                    <a16:creationId xmlns:a16="http://schemas.microsoft.com/office/drawing/2014/main" id="{B0D3AC16-B9AA-1E53-E4F7-1EF55A135EEB}"/>
                  </a:ext>
                </a:extLst>
              </p:cNvPr>
              <p:cNvGrpSpPr/>
              <p:nvPr userDrawn="1"/>
            </p:nvGrpSpPr>
            <p:grpSpPr>
              <a:xfrm>
                <a:off x="-3316179" y="1231351"/>
                <a:ext cx="294789" cy="318834"/>
                <a:chOff x="14466489" y="1001522"/>
                <a:chExt cx="290627" cy="314333"/>
              </a:xfrm>
            </p:grpSpPr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0B4FE78D-FF42-F50B-AC40-04AFFF1BBC1A}"/>
                    </a:ext>
                  </a:extLst>
                </p:cNvPr>
                <p:cNvSpPr/>
                <p:nvPr userDrawn="1"/>
              </p:nvSpPr>
              <p:spPr>
                <a:xfrm>
                  <a:off x="14466489" y="1001522"/>
                  <a:ext cx="257935" cy="25416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0" name="Ovaal 109">
                  <a:extLst>
                    <a:ext uri="{FF2B5EF4-FFF2-40B4-BE49-F238E27FC236}">
                      <a16:creationId xmlns:a16="http://schemas.microsoft.com/office/drawing/2014/main" id="{1E79731D-312B-D536-F027-71AAB47B87B2}"/>
                    </a:ext>
                  </a:extLst>
                </p:cNvPr>
                <p:cNvSpPr/>
                <p:nvPr userDrawn="1"/>
              </p:nvSpPr>
              <p:spPr>
                <a:xfrm>
                  <a:off x="14623626" y="1033630"/>
                  <a:ext cx="71169" cy="71169"/>
                </a:xfrm>
                <a:prstGeom prst="ellipse">
                  <a:avLst/>
                </a:prstGeom>
                <a:solidFill>
                  <a:srgbClr val="F1D8A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1" name="Vrije vorm: vorm 110">
                  <a:extLst>
                    <a:ext uri="{FF2B5EF4-FFF2-40B4-BE49-F238E27FC236}">
                      <a16:creationId xmlns:a16="http://schemas.microsoft.com/office/drawing/2014/main" id="{7E77CBA8-B9DF-5766-D01C-BC1A1F8743B9}"/>
                    </a:ext>
                  </a:extLst>
                </p:cNvPr>
                <p:cNvSpPr/>
                <p:nvPr userDrawn="1"/>
              </p:nvSpPr>
              <p:spPr>
                <a:xfrm rot="2700000">
                  <a:off x="14498877" y="1157846"/>
                  <a:ext cx="168558" cy="147459"/>
                </a:xfrm>
                <a:custGeom>
                  <a:avLst/>
                  <a:gdLst>
                    <a:gd name="connsiteX0" fmla="*/ 12837 w 168558"/>
                    <a:gd name="connsiteY0" fmla="*/ 12836 h 147459"/>
                    <a:gd name="connsiteX1" fmla="*/ 43826 w 168558"/>
                    <a:gd name="connsiteY1" fmla="*/ 0 h 147459"/>
                    <a:gd name="connsiteX2" fmla="*/ 168558 w 168558"/>
                    <a:gd name="connsiteY2" fmla="*/ 0 h 147459"/>
                    <a:gd name="connsiteX3" fmla="*/ 21099 w 168558"/>
                    <a:gd name="connsiteY3" fmla="*/ 147459 h 147459"/>
                    <a:gd name="connsiteX4" fmla="*/ 0 w 168558"/>
                    <a:gd name="connsiteY4" fmla="*/ 126361 h 147459"/>
                    <a:gd name="connsiteX5" fmla="*/ 0 w 168558"/>
                    <a:gd name="connsiteY5" fmla="*/ 43826 h 147459"/>
                    <a:gd name="connsiteX6" fmla="*/ 12837 w 168558"/>
                    <a:gd name="connsiteY6" fmla="*/ 12836 h 147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8558" h="147459">
                      <a:moveTo>
                        <a:pt x="12837" y="12836"/>
                      </a:moveTo>
                      <a:cubicBezTo>
                        <a:pt x="20768" y="4905"/>
                        <a:pt x="31724" y="0"/>
                        <a:pt x="43826" y="0"/>
                      </a:cubicBezTo>
                      <a:lnTo>
                        <a:pt x="168558" y="0"/>
                      </a:lnTo>
                      <a:lnTo>
                        <a:pt x="21099" y="147459"/>
                      </a:lnTo>
                      <a:lnTo>
                        <a:pt x="0" y="126361"/>
                      </a:lnTo>
                      <a:lnTo>
                        <a:pt x="0" y="43826"/>
                      </a:lnTo>
                      <a:cubicBezTo>
                        <a:pt x="1" y="31723"/>
                        <a:pt x="4906" y="20767"/>
                        <a:pt x="12837" y="12836"/>
                      </a:cubicBezTo>
                      <a:close/>
                    </a:path>
                  </a:pathLst>
                </a:custGeom>
                <a:solidFill>
                  <a:srgbClr val="C9D8E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2" name="Rechthoek: afgeronde hoeken 111">
                  <a:extLst>
                    <a:ext uri="{FF2B5EF4-FFF2-40B4-BE49-F238E27FC236}">
                      <a16:creationId xmlns:a16="http://schemas.microsoft.com/office/drawing/2014/main" id="{902EFA2E-1B06-EA51-FC48-F5730ACE11DC}"/>
                    </a:ext>
                  </a:extLst>
                </p:cNvPr>
                <p:cNvSpPr/>
                <p:nvPr userDrawn="1"/>
              </p:nvSpPr>
              <p:spPr>
                <a:xfrm>
                  <a:off x="14601150" y="1145314"/>
                  <a:ext cx="155966" cy="116816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13" name="Rechte verbindingslijn 112">
                  <a:extLst>
                    <a:ext uri="{FF2B5EF4-FFF2-40B4-BE49-F238E27FC236}">
                      <a16:creationId xmlns:a16="http://schemas.microsoft.com/office/drawing/2014/main" id="{50A248DD-B621-1F7F-2D73-9081FE798A81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4637490" y="1308665"/>
                  <a:ext cx="83286" cy="0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4" name="Rechte verbindingslijn 113">
                  <a:extLst>
                    <a:ext uri="{FF2B5EF4-FFF2-40B4-BE49-F238E27FC236}">
                      <a16:creationId xmlns:a16="http://schemas.microsoft.com/office/drawing/2014/main" id="{E82086EE-79DE-22E6-8494-B862C4E30E56}"/>
                    </a:ext>
                  </a:extLst>
                </p:cNvPr>
                <p:cNvCxnSpPr>
                  <a:cxnSpLocks/>
                  <a:stCxn id="112" idx="2"/>
                </p:cNvCxnSpPr>
                <p:nvPr userDrawn="1"/>
              </p:nvCxnSpPr>
              <p:spPr>
                <a:xfrm flipH="1">
                  <a:off x="14678717" y="1262130"/>
                  <a:ext cx="416" cy="43573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4F762AF5-AA26-1B1C-1905-52826CE1C2C2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020C7835-1521-A413-BB01-C81E945EDEBC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afbeelding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1DF0C0E5-3F92-0BE5-7539-FD61B3A4575B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106" name="Rechthoek 105">
                  <a:extLst>
                    <a:ext uri="{FF2B5EF4-FFF2-40B4-BE49-F238E27FC236}">
                      <a16:creationId xmlns:a16="http://schemas.microsoft.com/office/drawing/2014/main" id="{3BB3C181-6FAB-B0C3-60AD-37545A1A1A7E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107" name="Rechte verbindingslijn 106">
                  <a:extLst>
                    <a:ext uri="{FF2B5EF4-FFF2-40B4-BE49-F238E27FC236}">
                      <a16:creationId xmlns:a16="http://schemas.microsoft.com/office/drawing/2014/main" id="{17A21A95-09D0-3BD9-D5C5-5539461DD8C5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108" name="Gelijkbenige driehoek 107">
                  <a:extLst>
                    <a:ext uri="{FF2B5EF4-FFF2-40B4-BE49-F238E27FC236}">
                      <a16:creationId xmlns:a16="http://schemas.microsoft.com/office/drawing/2014/main" id="{B0F318C8-3580-3B0A-D0B5-F70000AA50D8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900C308B-0B43-097E-2C78-23D626BF2400}"/>
                  </a:ext>
                </a:extLst>
              </p:cNvPr>
              <p:cNvSpPr/>
              <p:nvPr userDrawn="1"/>
            </p:nvSpPr>
            <p:spPr>
              <a:xfrm>
                <a:off x="-3603587" y="255335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5A1FC01C-35DB-0400-EFF7-FD1E3A77F4F4}"/>
                  </a:ext>
                </a:extLst>
              </p:cNvPr>
              <p:cNvSpPr/>
              <p:nvPr userDrawn="1"/>
            </p:nvSpPr>
            <p:spPr>
              <a:xfrm>
                <a:off x="-3319416" y="2553360"/>
                <a:ext cx="3126341" cy="46279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miniatuurweergave van de dia aan de linkerkant van het scherm 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‘Dia herstellen’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8" name="ICOON_info">
                <a:extLst>
                  <a:ext uri="{FF2B5EF4-FFF2-40B4-BE49-F238E27FC236}">
                    <a16:creationId xmlns:a16="http://schemas.microsoft.com/office/drawing/2014/main" id="{F3381F6A-34C8-5D56-121F-EF819D2F9A32}"/>
                  </a:ext>
                </a:extLst>
              </p:cNvPr>
              <p:cNvGrpSpPr/>
              <p:nvPr userDrawn="1"/>
            </p:nvGrpSpPr>
            <p:grpSpPr>
              <a:xfrm>
                <a:off x="-376736" y="5894045"/>
                <a:ext cx="283685" cy="283685"/>
                <a:chOff x="-510741" y="5913713"/>
                <a:chExt cx="267555" cy="267555"/>
              </a:xfrm>
            </p:grpSpPr>
            <p:sp>
              <p:nvSpPr>
                <p:cNvPr id="104" name="Ovaal 103">
                  <a:extLst>
                    <a:ext uri="{FF2B5EF4-FFF2-40B4-BE49-F238E27FC236}">
                      <a16:creationId xmlns:a16="http://schemas.microsoft.com/office/drawing/2014/main" id="{B89B5DCE-F857-3F6D-5BF7-581F4DA1334D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5" name="Graphic 163" descr="Informatie">
                  <a:extLst>
                    <a:ext uri="{FF2B5EF4-FFF2-40B4-BE49-F238E27FC236}">
                      <a16:creationId xmlns:a16="http://schemas.microsoft.com/office/drawing/2014/main" id="{7CB2540B-A5C7-D0BE-BA95-7F52520BD70C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BE47A0BF-BEB6-664A-7C8D-000CB0C4D6A6}"/>
                  </a:ext>
                </a:extLst>
              </p:cNvPr>
              <p:cNvSpPr/>
              <p:nvPr userDrawn="1"/>
            </p:nvSpPr>
            <p:spPr>
              <a:xfrm>
                <a:off x="-3603587" y="414578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EFCBD5D0-F224-775B-BEED-3F418B01ACC2}"/>
                  </a:ext>
                </a:extLst>
              </p:cNvPr>
              <p:cNvSpPr/>
              <p:nvPr userDrawn="1"/>
            </p:nvSpPr>
            <p:spPr>
              <a:xfrm>
                <a:off x="-3319415" y="4145790"/>
                <a:ext cx="2944682" cy="97979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Om de afbeelding te schalen of bij te snijden, ga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‘Hulpmiddelen voor afbeeldingen - Opmaak’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en klik op de knop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‘Bijsnijden’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Schaal met de bolletjes de afbeelding en met de hoekjes het afbeeldingskader.</a:t>
                </a:r>
              </a:p>
            </p:txBody>
          </p:sp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2DD23970-0CB6-37B5-D404-0D5FEC25AD20}"/>
                  </a:ext>
                </a:extLst>
              </p:cNvPr>
              <p:cNvGrpSpPr/>
              <p:nvPr userDrawn="1"/>
            </p:nvGrpSpPr>
            <p:grpSpPr>
              <a:xfrm>
                <a:off x="-3408294" y="5236167"/>
                <a:ext cx="622283" cy="612919"/>
                <a:chOff x="12617641" y="3403239"/>
                <a:chExt cx="752963" cy="741634"/>
              </a:xfrm>
            </p:grpSpPr>
            <p:grpSp>
              <p:nvGrpSpPr>
                <p:cNvPr id="88" name="Groep 87">
                  <a:extLst>
                    <a:ext uri="{FF2B5EF4-FFF2-40B4-BE49-F238E27FC236}">
                      <a16:creationId xmlns:a16="http://schemas.microsoft.com/office/drawing/2014/main" id="{52A81E26-E561-1491-2BF4-23CFC585D2AC}"/>
                    </a:ext>
                  </a:extLst>
                </p:cNvPr>
                <p:cNvGrpSpPr/>
                <p:nvPr userDrawn="1"/>
              </p:nvGrpSpPr>
              <p:grpSpPr>
                <a:xfrm>
                  <a:off x="12771550" y="3403239"/>
                  <a:ext cx="467156" cy="448491"/>
                  <a:chOff x="12782177" y="3403239"/>
                  <a:chExt cx="467156" cy="448491"/>
                </a:xfrm>
              </p:grpSpPr>
              <p:grpSp>
                <p:nvGrpSpPr>
                  <p:cNvPr id="91" name="Groep 90">
                    <a:extLst>
                      <a:ext uri="{FF2B5EF4-FFF2-40B4-BE49-F238E27FC236}">
                        <a16:creationId xmlns:a16="http://schemas.microsoft.com/office/drawing/2014/main" id="{3FB0AB1D-AE47-CA7C-96BE-94F9DBCFDAE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82177" y="3403239"/>
                    <a:ext cx="412972" cy="396132"/>
                    <a:chOff x="13554906" y="3320109"/>
                    <a:chExt cx="443912" cy="425811"/>
                  </a:xfrm>
                </p:grpSpPr>
                <p:grpSp>
                  <p:nvGrpSpPr>
                    <p:cNvPr id="98" name="Groep 97">
                      <a:extLst>
                        <a:ext uri="{FF2B5EF4-FFF2-40B4-BE49-F238E27FC236}">
                          <a16:creationId xmlns:a16="http://schemas.microsoft.com/office/drawing/2014/main" id="{70800D62-03D5-DC74-76DA-FBD17A9B1FC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3554906" y="3320109"/>
                      <a:ext cx="443912" cy="425811"/>
                      <a:chOff x="12909684" y="1276143"/>
                      <a:chExt cx="443912" cy="425811"/>
                    </a:xfrm>
                  </p:grpSpPr>
                  <p:sp>
                    <p:nvSpPr>
                      <p:cNvPr id="101" name="Rechthoek 100">
                        <a:extLst>
                          <a:ext uri="{FF2B5EF4-FFF2-40B4-BE49-F238E27FC236}">
                            <a16:creationId xmlns:a16="http://schemas.microsoft.com/office/drawing/2014/main" id="{BF57586A-6E83-8AC3-E274-A5F480FCABD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443912" cy="425811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818181"/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02" name="Rechthoek 101">
                        <a:extLst>
                          <a:ext uri="{FF2B5EF4-FFF2-40B4-BE49-F238E27FC236}">
                            <a16:creationId xmlns:a16="http://schemas.microsoft.com/office/drawing/2014/main" id="{114DD0B6-9C21-69E9-ED4C-50F352B9EAD2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261629" cy="2578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81818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03" name="Ovaal 102">
                        <a:extLst>
                          <a:ext uri="{FF2B5EF4-FFF2-40B4-BE49-F238E27FC236}">
                            <a16:creationId xmlns:a16="http://schemas.microsoft.com/office/drawing/2014/main" id="{51272A7D-4E83-E9E3-6AFA-A41092A19BFE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3069071" y="1308711"/>
                        <a:ext cx="72188" cy="72188"/>
                      </a:xfrm>
                      <a:prstGeom prst="ellipse">
                        <a:avLst/>
                      </a:prstGeom>
                      <a:solidFill>
                        <a:srgbClr val="ECC679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l"/>
                        <a:endParaRPr lang="nl-NL" sz="1000" b="1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99" name="Afbeelding 98">
                      <a:extLst>
                        <a:ext uri="{FF2B5EF4-FFF2-40B4-BE49-F238E27FC236}">
                          <a16:creationId xmlns:a16="http://schemas.microsoft.com/office/drawing/2014/main" id="{156A014F-0364-C410-F71F-F027D26E0999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2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3567296" y="3424992"/>
                      <a:ext cx="173367" cy="14022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0" name="Afbeelding 99">
                      <a:extLst>
                        <a:ext uri="{FF2B5EF4-FFF2-40B4-BE49-F238E27FC236}">
                          <a16:creationId xmlns:a16="http://schemas.microsoft.com/office/drawing/2014/main" id="{82BF63AF-8BE2-9CB6-AB06-058FB724DC4C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2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flipH="1">
                      <a:off x="13635599" y="3453788"/>
                      <a:ext cx="173367" cy="111424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92" name="Groep 91">
                    <a:extLst>
                      <a:ext uri="{FF2B5EF4-FFF2-40B4-BE49-F238E27FC236}">
                        <a16:creationId xmlns:a16="http://schemas.microsoft.com/office/drawing/2014/main" id="{12EC0501-90D6-E8B2-95A6-13CF3649DD1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103513" y="3705268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96" name="Rechthoek 95">
                      <a:extLst>
                        <a:ext uri="{FF2B5EF4-FFF2-40B4-BE49-F238E27FC236}">
                          <a16:creationId xmlns:a16="http://schemas.microsoft.com/office/drawing/2014/main" id="{FFDD29E8-ACB9-AEE6-CB1F-85DD4E95802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7" name="Rechthoek 96">
                      <a:extLst>
                        <a:ext uri="{FF2B5EF4-FFF2-40B4-BE49-F238E27FC236}">
                          <a16:creationId xmlns:a16="http://schemas.microsoft.com/office/drawing/2014/main" id="{965C2348-4AF2-0D6D-D9DA-C9FC4C650C96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93" name="Groep 92">
                    <a:extLst>
                      <a:ext uri="{FF2B5EF4-FFF2-40B4-BE49-F238E27FC236}">
                        <a16:creationId xmlns:a16="http://schemas.microsoft.com/office/drawing/2014/main" id="{86E318FE-C493-7DC2-36D5-17C73B55B018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13061402" y="3665637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94" name="Rechthoek 93">
                      <a:extLst>
                        <a:ext uri="{FF2B5EF4-FFF2-40B4-BE49-F238E27FC236}">
                          <a16:creationId xmlns:a16="http://schemas.microsoft.com/office/drawing/2014/main" id="{5962AC6B-6BC7-2468-FB9E-304EC0F5138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5" name="Rechthoek 94">
                      <a:extLst>
                        <a:ext uri="{FF2B5EF4-FFF2-40B4-BE49-F238E27FC236}">
                          <a16:creationId xmlns:a16="http://schemas.microsoft.com/office/drawing/2014/main" id="{1B1129BF-079E-D554-A978-74F229D5C798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FECD0B51-F8DD-F4ED-C809-220A7CF741E4}"/>
                    </a:ext>
                  </a:extLst>
                </p:cNvPr>
                <p:cNvSpPr/>
                <p:nvPr userDrawn="1"/>
              </p:nvSpPr>
              <p:spPr>
                <a:xfrm>
                  <a:off x="12617641" y="3889890"/>
                  <a:ext cx="752963" cy="16117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Bijsnijden</a:t>
                  </a:r>
                </a:p>
              </p:txBody>
            </p:sp>
            <p:sp>
              <p:nvSpPr>
                <p:cNvPr id="90" name="Gelijkbenige driehoek 89">
                  <a:extLst>
                    <a:ext uri="{FF2B5EF4-FFF2-40B4-BE49-F238E27FC236}">
                      <a16:creationId xmlns:a16="http://schemas.microsoft.com/office/drawing/2014/main" id="{ABD8C40A-C7A5-298A-E031-CDF05B2FF779}"/>
                    </a:ext>
                  </a:extLst>
                </p:cNvPr>
                <p:cNvSpPr/>
                <p:nvPr userDrawn="1"/>
              </p:nvSpPr>
              <p:spPr>
                <a:xfrm rot="10800000">
                  <a:off x="12950688" y="4093726"/>
                  <a:ext cx="86866" cy="51147"/>
                </a:xfrm>
                <a:prstGeom prst="triangle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CD08BA5A-9294-5372-9110-F5C410FE9E07}"/>
                  </a:ext>
                </a:extLst>
              </p:cNvPr>
              <p:cNvSpPr/>
              <p:nvPr userDrawn="1"/>
            </p:nvSpPr>
            <p:spPr>
              <a:xfrm>
                <a:off x="-3316836" y="3119689"/>
                <a:ext cx="1239216" cy="719917"/>
              </a:xfrm>
              <a:prstGeom prst="rect">
                <a:avLst/>
              </a:prstGeom>
              <a:pattFill prst="wdUpDiag">
                <a:fgClr>
                  <a:srgbClr val="E0E0E0"/>
                </a:fgClr>
                <a:bgClr>
                  <a:srgbClr val="ECECEC"/>
                </a:bgClr>
              </a:pattFill>
              <a:ln w="12700">
                <a:solidFill>
                  <a:srgbClr val="D3D3D3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0" i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457D0F7D-5DE4-37A6-A6E8-8F05B9452EDA}"/>
                  </a:ext>
                </a:extLst>
              </p:cNvPr>
              <p:cNvGrpSpPr/>
              <p:nvPr userDrawn="1"/>
            </p:nvGrpSpPr>
            <p:grpSpPr>
              <a:xfrm>
                <a:off x="-2485819" y="3399207"/>
                <a:ext cx="1222990" cy="563933"/>
                <a:chOff x="-2485819" y="3399207"/>
                <a:chExt cx="1222990" cy="563933"/>
              </a:xfrm>
            </p:grpSpPr>
            <p:sp>
              <p:nvSpPr>
                <p:cNvPr id="44" name="Rechthoek 43">
                  <a:extLst>
                    <a:ext uri="{FF2B5EF4-FFF2-40B4-BE49-F238E27FC236}">
                      <a16:creationId xmlns:a16="http://schemas.microsoft.com/office/drawing/2014/main" id="{F509B300-6932-B40F-6650-0499945FD579}"/>
                    </a:ext>
                  </a:extLst>
                </p:cNvPr>
                <p:cNvSpPr/>
                <p:nvPr userDrawn="1"/>
              </p:nvSpPr>
              <p:spPr>
                <a:xfrm>
                  <a:off x="-2485819" y="3399207"/>
                  <a:ext cx="1176476" cy="50485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Rechthoek 44">
                  <a:extLst>
                    <a:ext uri="{FF2B5EF4-FFF2-40B4-BE49-F238E27FC236}">
                      <a16:creationId xmlns:a16="http://schemas.microsoft.com/office/drawing/2014/main" id="{018FD34D-B2FB-311E-CC11-71851410240B}"/>
                    </a:ext>
                  </a:extLst>
                </p:cNvPr>
                <p:cNvSpPr/>
                <p:nvPr userDrawn="1"/>
              </p:nvSpPr>
              <p:spPr>
                <a:xfrm>
                  <a:off x="-2479584" y="3652838"/>
                  <a:ext cx="1164007" cy="246701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EF4F273C-5954-2893-7873-4B35FBBD010E}"/>
                    </a:ext>
                  </a:extLst>
                </p:cNvPr>
                <p:cNvGrpSpPr/>
                <p:nvPr userDrawn="1"/>
              </p:nvGrpSpPr>
              <p:grpSpPr>
                <a:xfrm>
                  <a:off x="-2403869" y="3460544"/>
                  <a:ext cx="155951" cy="131922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DF461412-D281-C2FC-AF05-9D827FE4348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nl-NL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53CED3AF-7FF8-6F1D-52E0-C0BD6255A39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4" name="Rechthoek 83">
                    <a:extLst>
                      <a:ext uri="{FF2B5EF4-FFF2-40B4-BE49-F238E27FC236}">
                        <a16:creationId xmlns:a16="http://schemas.microsoft.com/office/drawing/2014/main" id="{CD7560CC-1C3D-0A59-F57D-85BD2914667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5" name="Rechthoek 84">
                    <a:extLst>
                      <a:ext uri="{FF2B5EF4-FFF2-40B4-BE49-F238E27FC236}">
                        <a16:creationId xmlns:a16="http://schemas.microsoft.com/office/drawing/2014/main" id="{28431AF0-32B2-2001-7E44-8808929D81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6" name="Rechthoek 85">
                    <a:extLst>
                      <a:ext uri="{FF2B5EF4-FFF2-40B4-BE49-F238E27FC236}">
                        <a16:creationId xmlns:a16="http://schemas.microsoft.com/office/drawing/2014/main" id="{EEE055D3-DC04-D7C4-FB68-29862334309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7" name="Rechthoek 86">
                    <a:extLst>
                      <a:ext uri="{FF2B5EF4-FFF2-40B4-BE49-F238E27FC236}">
                        <a16:creationId xmlns:a16="http://schemas.microsoft.com/office/drawing/2014/main" id="{BA9CFF45-C361-9D98-38B2-228A04F3F66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37951605-DE50-A25D-408E-2B3951EFE49B}"/>
                    </a:ext>
                  </a:extLst>
                </p:cNvPr>
                <p:cNvGrpSpPr/>
                <p:nvPr userDrawn="1"/>
              </p:nvGrpSpPr>
              <p:grpSpPr>
                <a:xfrm>
                  <a:off x="-2423424" y="3690208"/>
                  <a:ext cx="166739" cy="218963"/>
                  <a:chOff x="12940828" y="3950597"/>
                  <a:chExt cx="432813" cy="568367"/>
                </a:xfrm>
              </p:grpSpPr>
              <p:grpSp>
                <p:nvGrpSpPr>
                  <p:cNvPr id="51" name="Groep 50">
                    <a:extLst>
                      <a:ext uri="{FF2B5EF4-FFF2-40B4-BE49-F238E27FC236}">
                        <a16:creationId xmlns:a16="http://schemas.microsoft.com/office/drawing/2014/main" id="{0D4520A5-5F4D-14AB-1D04-12F785B09D5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000382" y="4006891"/>
                    <a:ext cx="373259" cy="315747"/>
                    <a:chOff x="12968836" y="3354170"/>
                    <a:chExt cx="404806" cy="342433"/>
                  </a:xfrm>
                </p:grpSpPr>
                <p:sp>
                  <p:nvSpPr>
                    <p:cNvPr id="53" name="Rechthoek: afgeronde hoeken 52">
                      <a:extLst>
                        <a:ext uri="{FF2B5EF4-FFF2-40B4-BE49-F238E27FC236}">
                          <a16:creationId xmlns:a16="http://schemas.microsoft.com/office/drawing/2014/main" id="{30A5F4E4-31C3-93A0-637B-804D20B676F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68836" y="3354170"/>
                      <a:ext cx="404806" cy="342433"/>
                    </a:xfrm>
                    <a:prstGeom prst="roundRect">
                      <a:avLst>
                        <a:gd name="adj" fmla="val 2911"/>
                      </a:avLst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4" name="Rechthoek 53">
                      <a:extLst>
                        <a:ext uri="{FF2B5EF4-FFF2-40B4-BE49-F238E27FC236}">
                          <a16:creationId xmlns:a16="http://schemas.microsoft.com/office/drawing/2014/main" id="{58CBAFD6-C29D-EBD5-5176-5682ACBAB38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25180" y="3401181"/>
                      <a:ext cx="305213" cy="41563"/>
                    </a:xfrm>
                    <a:prstGeom prst="rect">
                      <a:avLst/>
                    </a:prstGeom>
                    <a:solidFill>
                      <a:srgbClr val="D1D1D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5" name="Rechthoek 54">
                      <a:extLst>
                        <a:ext uri="{FF2B5EF4-FFF2-40B4-BE49-F238E27FC236}">
                          <a16:creationId xmlns:a16="http://schemas.microsoft.com/office/drawing/2014/main" id="{C592DE14-B015-0CEF-537C-4AFF82F8BAB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25181" y="3471575"/>
                      <a:ext cx="118778" cy="181691"/>
                    </a:xfrm>
                    <a:prstGeom prst="rect">
                      <a:avLst/>
                    </a:prstGeom>
                    <a:solidFill>
                      <a:srgbClr val="D1D1D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17338CDD-10A4-AEB9-00AC-C3B38DDFBCD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180812" y="3481982"/>
                      <a:ext cx="135278" cy="21328"/>
                    </a:xfrm>
                    <a:prstGeom prst="rect">
                      <a:avLst/>
                    </a:prstGeom>
                    <a:solidFill>
                      <a:srgbClr val="B2B2B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D07C48DE-EA2C-131A-6CB1-240A4FA2190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180812" y="3554800"/>
                      <a:ext cx="69418" cy="21328"/>
                    </a:xfrm>
                    <a:prstGeom prst="rect">
                      <a:avLst/>
                    </a:prstGeom>
                    <a:solidFill>
                      <a:srgbClr val="B2B2B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6" name="Rechthoek 65">
                      <a:extLst>
                        <a:ext uri="{FF2B5EF4-FFF2-40B4-BE49-F238E27FC236}">
                          <a16:creationId xmlns:a16="http://schemas.microsoft.com/office/drawing/2014/main" id="{DFC53182-C200-E0DE-4A9B-5EAAF2ACC72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180812" y="3627618"/>
                      <a:ext cx="69418" cy="21328"/>
                    </a:xfrm>
                    <a:prstGeom prst="rect">
                      <a:avLst/>
                    </a:prstGeom>
                    <a:solidFill>
                      <a:srgbClr val="B2B2B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2" name="Boog 51">
                    <a:extLst>
                      <a:ext uri="{FF2B5EF4-FFF2-40B4-BE49-F238E27FC236}">
                        <a16:creationId xmlns:a16="http://schemas.microsoft.com/office/drawing/2014/main" id="{673C96BF-825B-D75D-9A84-8626D5A777EC}"/>
                      </a:ext>
                    </a:extLst>
                  </p:cNvPr>
                  <p:cNvSpPr/>
                  <p:nvPr userDrawn="1"/>
                </p:nvSpPr>
                <p:spPr>
                  <a:xfrm rot="17637075">
                    <a:off x="12776155" y="4115270"/>
                    <a:ext cx="568367" cy="239021"/>
                  </a:xfrm>
                  <a:prstGeom prst="arc">
                    <a:avLst>
                      <a:gd name="adj1" fmla="val 15959368"/>
                      <a:gd name="adj2" fmla="val 1354623"/>
                    </a:avLst>
                  </a:prstGeom>
                  <a:noFill/>
                  <a:ln w="19050" cap="flat" cmpd="sng" algn="ctr">
                    <a:solidFill>
                      <a:srgbClr val="4D82B8"/>
                    </a:solidFill>
                    <a:prstDash val="solid"/>
                    <a:headEnd type="arrow" w="med" len="sm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8" name="Tekstvak 47">
                  <a:extLst>
                    <a:ext uri="{FF2B5EF4-FFF2-40B4-BE49-F238E27FC236}">
                      <a16:creationId xmlns:a16="http://schemas.microsoft.com/office/drawing/2014/main" id="{154C7AF2-FD5D-E0E3-EF85-1979C463B71E}"/>
                    </a:ext>
                  </a:extLst>
                </p:cNvPr>
                <p:cNvSpPr txBox="1"/>
                <p:nvPr userDrawn="1"/>
              </p:nvSpPr>
              <p:spPr>
                <a:xfrm>
                  <a:off x="-2245455" y="3460544"/>
                  <a:ext cx="896116" cy="13470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Indeling</a:t>
                  </a:r>
                </a:p>
              </p:txBody>
            </p: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73802CD8-B178-5705-51E5-5E608CE759A9}"/>
                    </a:ext>
                  </a:extLst>
                </p:cNvPr>
                <p:cNvSpPr txBox="1"/>
                <p:nvPr userDrawn="1"/>
              </p:nvSpPr>
              <p:spPr>
                <a:xfrm>
                  <a:off x="-2258884" y="3712980"/>
                  <a:ext cx="909545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Dia Herstellen</a:t>
                  </a:r>
                </a:p>
              </p:txBody>
            </p:sp>
            <p:sp>
              <p:nvSpPr>
                <p:cNvPr id="50" name="Vrije vorm: vorm 49">
                  <a:extLst>
                    <a:ext uri="{FF2B5EF4-FFF2-40B4-BE49-F238E27FC236}">
                      <a16:creationId xmlns:a16="http://schemas.microsoft.com/office/drawing/2014/main" id="{0A3F82DF-DB2C-8BA7-CC0A-74780831D7D5}"/>
                    </a:ext>
                  </a:extLst>
                </p:cNvPr>
                <p:cNvSpPr/>
                <p:nvPr userDrawn="1"/>
              </p:nvSpPr>
              <p:spPr>
                <a:xfrm>
                  <a:off x="-1360391" y="3783140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116" name="INSTRUCTIE">
            <a:extLst>
              <a:ext uri="{FF2B5EF4-FFF2-40B4-BE49-F238E27FC236}">
                <a16:creationId xmlns:a16="http://schemas.microsoft.com/office/drawing/2014/main" id="{D1F2049A-2B89-5128-CD68-2D6B1B4317ED}"/>
              </a:ext>
            </a:extLst>
          </p:cNvPr>
          <p:cNvGrpSpPr/>
          <p:nvPr userDrawn="1"/>
        </p:nvGrpSpPr>
        <p:grpSpPr>
          <a:xfrm>
            <a:off x="12274716" y="-1699419"/>
            <a:ext cx="3695970" cy="1515649"/>
            <a:chOff x="-3889316" y="-1699419"/>
            <a:chExt cx="3695970" cy="1515649"/>
          </a:xfrm>
        </p:grpSpPr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374A37B3-4924-C8E7-F7AB-AC181F42F870}"/>
                </a:ext>
              </a:extLst>
            </p:cNvPr>
            <p:cNvSpPr/>
            <p:nvPr userDrawn="1"/>
          </p:nvSpPr>
          <p:spPr>
            <a:xfrm>
              <a:off x="-3786437" y="-1699419"/>
              <a:ext cx="3593091" cy="15156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5C7E4392-439F-7901-B993-E447AC84F373}"/>
                </a:ext>
              </a:extLst>
            </p:cNvPr>
            <p:cNvSpPr/>
            <p:nvPr userDrawn="1"/>
          </p:nvSpPr>
          <p:spPr>
            <a:xfrm>
              <a:off x="-3603859" y="-1271906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toets. 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vervolgens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19" name="Gelijkbenige driehoek 118">
              <a:extLst>
                <a:ext uri="{FF2B5EF4-FFF2-40B4-BE49-F238E27FC236}">
                  <a16:creationId xmlns:a16="http://schemas.microsoft.com/office/drawing/2014/main" id="{27DC1151-A61C-568F-037B-F815F545CCC2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611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544DF069-7248-5B07-F17B-4D7E644D7B2D}"/>
              </a:ext>
            </a:extLst>
          </p:cNvPr>
          <p:cNvSpPr/>
          <p:nvPr userDrawn="1"/>
        </p:nvSpPr>
        <p:spPr>
          <a:xfrm flipV="1">
            <a:off x="719137" y="0"/>
            <a:ext cx="11472862" cy="6858000"/>
          </a:xfrm>
          <a:prstGeom prst="rect">
            <a:avLst/>
          </a:prstGeom>
          <a:gradFill flip="none" rotWithShape="1">
            <a:gsLst>
              <a:gs pos="43000">
                <a:srgbClr val="222D47"/>
              </a:gs>
              <a:gs pos="57000">
                <a:srgbClr val="2C3C51"/>
              </a:gs>
              <a:gs pos="72000">
                <a:srgbClr val="3D5762"/>
              </a:gs>
              <a:gs pos="87000">
                <a:srgbClr val="5B867F"/>
              </a:gs>
              <a:gs pos="33000">
                <a:schemeClr val="accent1"/>
              </a:gs>
              <a:gs pos="100000">
                <a:srgbClr val="84C5A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22" name="Tijdelijke aanduiding voor afbeelding 121">
            <a:extLst>
              <a:ext uri="{FF2B5EF4-FFF2-40B4-BE49-F238E27FC236}">
                <a16:creationId xmlns:a16="http://schemas.microsoft.com/office/drawing/2014/main" id="{A84D0044-C0FF-074A-A586-842703DD25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68910" y="-437664"/>
            <a:ext cx="4623090" cy="7295664"/>
          </a:xfrm>
          <a:custGeom>
            <a:avLst/>
            <a:gdLst>
              <a:gd name="connsiteX0" fmla="*/ 0 w 4623090"/>
              <a:gd name="connsiteY0" fmla="*/ 426628 h 7295664"/>
              <a:gd name="connsiteX1" fmla="*/ 4623090 w 4623090"/>
              <a:gd name="connsiteY1" fmla="*/ 426628 h 7295664"/>
              <a:gd name="connsiteX2" fmla="*/ 4623090 w 4623090"/>
              <a:gd name="connsiteY2" fmla="*/ 7295664 h 7295664"/>
              <a:gd name="connsiteX3" fmla="*/ 0 w 4623090"/>
              <a:gd name="connsiteY3" fmla="*/ 7295664 h 7295664"/>
              <a:gd name="connsiteX4" fmla="*/ 0 w 4623090"/>
              <a:gd name="connsiteY4" fmla="*/ 6927364 h 7295664"/>
              <a:gd name="connsiteX5" fmla="*/ 0 w 4623090"/>
              <a:gd name="connsiteY5" fmla="*/ 437664 h 7295664"/>
              <a:gd name="connsiteX6" fmla="*/ 2994488 w 4623090"/>
              <a:gd name="connsiteY6" fmla="*/ 0 h 7295664"/>
              <a:gd name="connsiteX7" fmla="*/ 3902365 w 4623090"/>
              <a:gd name="connsiteY7" fmla="*/ 0 h 7295664"/>
              <a:gd name="connsiteX8" fmla="*/ 3902365 w 4623090"/>
              <a:gd name="connsiteY8" fmla="*/ 426625 h 7295664"/>
              <a:gd name="connsiteX9" fmla="*/ 2994488 w 4623090"/>
              <a:gd name="connsiteY9" fmla="*/ 426625 h 729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23090" h="7295664">
                <a:moveTo>
                  <a:pt x="0" y="426628"/>
                </a:moveTo>
                <a:lnTo>
                  <a:pt x="4623090" y="426628"/>
                </a:lnTo>
                <a:lnTo>
                  <a:pt x="4623090" y="7295664"/>
                </a:lnTo>
                <a:lnTo>
                  <a:pt x="0" y="7295664"/>
                </a:lnTo>
                <a:lnTo>
                  <a:pt x="0" y="6927364"/>
                </a:lnTo>
                <a:lnTo>
                  <a:pt x="0" y="437664"/>
                </a:lnTo>
                <a:close/>
                <a:moveTo>
                  <a:pt x="2994488" y="0"/>
                </a:moveTo>
                <a:lnTo>
                  <a:pt x="3902365" y="0"/>
                </a:lnTo>
                <a:lnTo>
                  <a:pt x="3902365" y="426625"/>
                </a:lnTo>
                <a:lnTo>
                  <a:pt x="2994488" y="4266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360000" tIns="0" rIns="36000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 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518AE302-BA9D-E676-032C-4945BCD9C562}"/>
              </a:ext>
            </a:extLst>
          </p:cNvPr>
          <p:cNvSpPr/>
          <p:nvPr userDrawn="1"/>
        </p:nvSpPr>
        <p:spPr>
          <a:xfrm>
            <a:off x="0" y="-425941"/>
            <a:ext cx="92897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Agenda #2</a:t>
            </a:r>
          </a:p>
        </p:txBody>
      </p:sp>
      <p:sp>
        <p:nvSpPr>
          <p:cNvPr id="58" name="Tijdelijke aanduiding voor tekst 23">
            <a:extLst>
              <a:ext uri="{FF2B5EF4-FFF2-40B4-BE49-F238E27FC236}">
                <a16:creationId xmlns:a16="http://schemas.microsoft.com/office/drawing/2014/main" id="{17151D36-0722-56E9-F369-790FAF80ECE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331117" y="1592263"/>
            <a:ext cx="8083338" cy="4264025"/>
          </a:xfrm>
          <a:prstGeom prst="rect">
            <a:avLst/>
          </a:prstGeom>
          <a:gradFill flip="none" rotWithShape="1">
            <a:gsLst>
              <a:gs pos="67000">
                <a:srgbClr val="489078"/>
              </a:gs>
              <a:gs pos="5000">
                <a:schemeClr val="accent1"/>
              </a:gs>
              <a:gs pos="95000">
                <a:srgbClr val="84C5A7"/>
              </a:gs>
            </a:gsLst>
            <a:lin ang="13500000" scaled="1"/>
            <a:tileRect/>
          </a:gradFill>
          <a:effectLst>
            <a:outerShdw blurRad="317500" dist="190500" dir="5400000" sx="96000" sy="96000" algn="t" rotWithShape="0">
              <a:prstClr val="black">
                <a:alpha val="30000"/>
              </a:prstClr>
            </a:outerShdw>
          </a:effectLst>
        </p:spPr>
        <p:txBody>
          <a:bodyPr wrap="square" tIns="18000" anchor="b">
            <a:noAutofit/>
          </a:bodyPr>
          <a:lstStyle>
            <a:lvl1pPr marL="0" indent="0" algn="ctr">
              <a:buNone/>
              <a:defRPr sz="100" strike="noStrike">
                <a:solidFill>
                  <a:schemeClr val="bg1">
                    <a:alpha val="0"/>
                  </a:schemeClr>
                </a:solidFill>
                <a:latin typeface="+mj-lt"/>
              </a:defRPr>
            </a:lvl1pPr>
          </a:lstStyle>
          <a:p>
            <a:pPr lvl="0"/>
            <a:r>
              <a:rPr lang="nl-NL"/>
              <a:t>leeg() </a:t>
            </a:r>
          </a:p>
        </p:txBody>
      </p:sp>
      <p:sp>
        <p:nvSpPr>
          <p:cNvPr id="19" name="Titel 12">
            <a:extLst>
              <a:ext uri="{FF2B5EF4-FFF2-40B4-BE49-F238E27FC236}">
                <a16:creationId xmlns:a16="http://schemas.microsoft.com/office/drawing/2014/main" id="{D88BC483-4C74-B95D-7ACC-68953A512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117" y="720000"/>
            <a:ext cx="5658158" cy="369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20" name="Tijdelijke aanduiding voor tekst 6">
            <a:extLst>
              <a:ext uri="{FF2B5EF4-FFF2-40B4-BE49-F238E27FC236}">
                <a16:creationId xmlns:a16="http://schemas.microsoft.com/office/drawing/2014/main" id="{8911AF39-32EB-9DFC-DC1E-DFE25FF29E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7" y="368300"/>
            <a:ext cx="5657085" cy="168113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sp>
        <p:nvSpPr>
          <p:cNvPr id="23" name="Tijdelijke aanduiding voor datum 22">
            <a:extLst>
              <a:ext uri="{FF2B5EF4-FFF2-40B4-BE49-F238E27FC236}">
                <a16:creationId xmlns:a16="http://schemas.microsoft.com/office/drawing/2014/main" id="{0D551C51-A7E0-8FBC-FF3A-6A772DB5689A}"/>
              </a:ext>
            </a:extLst>
          </p:cNvPr>
          <p:cNvSpPr>
            <a:spLocks noGrp="1"/>
          </p:cNvSpPr>
          <p:nvPr>
            <p:ph type="dt" sz="half" idx="7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4" name="Tijdelijke aanduiding voor voettekst 23">
            <a:extLst>
              <a:ext uri="{FF2B5EF4-FFF2-40B4-BE49-F238E27FC236}">
                <a16:creationId xmlns:a16="http://schemas.microsoft.com/office/drawing/2014/main" id="{ED275FD5-D933-DB55-34E5-C014D195A43F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nl-NL" err="1"/>
              <a:t>Cerios</a:t>
            </a:r>
            <a:r>
              <a:rPr lang="nl-NL"/>
              <a:t> template-set</a:t>
            </a:r>
          </a:p>
        </p:txBody>
      </p:sp>
      <p:sp>
        <p:nvSpPr>
          <p:cNvPr id="25" name="Tijdelijke aanduiding voor dianummer 24">
            <a:extLst>
              <a:ext uri="{FF2B5EF4-FFF2-40B4-BE49-F238E27FC236}">
                <a16:creationId xmlns:a16="http://schemas.microsoft.com/office/drawing/2014/main" id="{FC0DC96A-5F4E-2ACB-9920-912832ABAFBB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grpSp>
        <p:nvGrpSpPr>
          <p:cNvPr id="26" name="INSTRUCTIE">
            <a:extLst>
              <a:ext uri="{FF2B5EF4-FFF2-40B4-BE49-F238E27FC236}">
                <a16:creationId xmlns:a16="http://schemas.microsoft.com/office/drawing/2014/main" id="{D9F35C47-1EBE-735D-AE44-B32E559800F7}"/>
              </a:ext>
            </a:extLst>
          </p:cNvPr>
          <p:cNvGrpSpPr/>
          <p:nvPr userDrawn="1"/>
        </p:nvGrpSpPr>
        <p:grpSpPr>
          <a:xfrm>
            <a:off x="12377595" y="0"/>
            <a:ext cx="3693386" cy="6857760"/>
            <a:chOff x="-3786437" y="0"/>
            <a:chExt cx="3693386" cy="6857760"/>
          </a:xfrm>
        </p:grpSpPr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D72BA72A-1DDB-B2E6-BD09-C214A09C9748}"/>
                </a:ext>
              </a:extLst>
            </p:cNvPr>
            <p:cNvSpPr/>
            <p:nvPr userDrawn="1"/>
          </p:nvSpPr>
          <p:spPr>
            <a:xfrm>
              <a:off x="-3786437" y="6029760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28" name="INSTRUCTIE">
              <a:extLst>
                <a:ext uri="{FF2B5EF4-FFF2-40B4-BE49-F238E27FC236}">
                  <a16:creationId xmlns:a16="http://schemas.microsoft.com/office/drawing/2014/main" id="{5D129771-1AF5-0A15-F69B-76787B4A54E2}"/>
                </a:ext>
              </a:extLst>
            </p:cNvPr>
            <p:cNvGrpSpPr/>
            <p:nvPr userDrawn="1"/>
          </p:nvGrpSpPr>
          <p:grpSpPr>
            <a:xfrm>
              <a:off x="-3786165" y="0"/>
              <a:ext cx="3693114" cy="6177730"/>
              <a:chOff x="-3786165" y="0"/>
              <a:chExt cx="3693114" cy="6177730"/>
            </a:xfrm>
          </p:grpSpPr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1368C05C-CE03-E8C1-C4D5-E4DB2D80A893}"/>
                  </a:ext>
                </a:extLst>
              </p:cNvPr>
              <p:cNvSpPr/>
              <p:nvPr userDrawn="1"/>
            </p:nvSpPr>
            <p:spPr>
              <a:xfrm>
                <a:off x="-3786165" y="0"/>
                <a:ext cx="3593091" cy="602520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Afbeelding invoegen/opmaken</a:t>
                </a:r>
              </a:p>
            </p:txBody>
          </p:sp>
          <p:sp>
            <p:nvSpPr>
              <p:cNvPr id="30" name="Ovaal 29">
                <a:extLst>
                  <a:ext uri="{FF2B5EF4-FFF2-40B4-BE49-F238E27FC236}">
                    <a16:creationId xmlns:a16="http://schemas.microsoft.com/office/drawing/2014/main" id="{053CB96B-794E-8EC9-9CF5-9EE30A18505C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5B39EE6B-92F2-4E4F-0AAC-C5F510E1FBB8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afbeelding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afbeelding in te voegen </a:t>
                </a: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2" name="Groep 31">
                <a:extLst>
                  <a:ext uri="{FF2B5EF4-FFF2-40B4-BE49-F238E27FC236}">
                    <a16:creationId xmlns:a16="http://schemas.microsoft.com/office/drawing/2014/main" id="{B0D3AC16-B9AA-1E53-E4F7-1EF55A135EEB}"/>
                  </a:ext>
                </a:extLst>
              </p:cNvPr>
              <p:cNvGrpSpPr/>
              <p:nvPr userDrawn="1"/>
            </p:nvGrpSpPr>
            <p:grpSpPr>
              <a:xfrm>
                <a:off x="-3316179" y="1231351"/>
                <a:ext cx="294789" cy="318834"/>
                <a:chOff x="14466489" y="1001522"/>
                <a:chExt cx="290627" cy="314333"/>
              </a:xfrm>
            </p:grpSpPr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0B4FE78D-FF42-F50B-AC40-04AFFF1BBC1A}"/>
                    </a:ext>
                  </a:extLst>
                </p:cNvPr>
                <p:cNvSpPr/>
                <p:nvPr userDrawn="1"/>
              </p:nvSpPr>
              <p:spPr>
                <a:xfrm>
                  <a:off x="14466489" y="1001522"/>
                  <a:ext cx="257935" cy="25416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0" name="Ovaal 109">
                  <a:extLst>
                    <a:ext uri="{FF2B5EF4-FFF2-40B4-BE49-F238E27FC236}">
                      <a16:creationId xmlns:a16="http://schemas.microsoft.com/office/drawing/2014/main" id="{1E79731D-312B-D536-F027-71AAB47B87B2}"/>
                    </a:ext>
                  </a:extLst>
                </p:cNvPr>
                <p:cNvSpPr/>
                <p:nvPr userDrawn="1"/>
              </p:nvSpPr>
              <p:spPr>
                <a:xfrm>
                  <a:off x="14623626" y="1033630"/>
                  <a:ext cx="71169" cy="71169"/>
                </a:xfrm>
                <a:prstGeom prst="ellipse">
                  <a:avLst/>
                </a:prstGeom>
                <a:solidFill>
                  <a:srgbClr val="F1D8A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1" name="Vrije vorm: vorm 110">
                  <a:extLst>
                    <a:ext uri="{FF2B5EF4-FFF2-40B4-BE49-F238E27FC236}">
                      <a16:creationId xmlns:a16="http://schemas.microsoft.com/office/drawing/2014/main" id="{7E77CBA8-B9DF-5766-D01C-BC1A1F8743B9}"/>
                    </a:ext>
                  </a:extLst>
                </p:cNvPr>
                <p:cNvSpPr/>
                <p:nvPr userDrawn="1"/>
              </p:nvSpPr>
              <p:spPr>
                <a:xfrm rot="2700000">
                  <a:off x="14498877" y="1157846"/>
                  <a:ext cx="168558" cy="147459"/>
                </a:xfrm>
                <a:custGeom>
                  <a:avLst/>
                  <a:gdLst>
                    <a:gd name="connsiteX0" fmla="*/ 12837 w 168558"/>
                    <a:gd name="connsiteY0" fmla="*/ 12836 h 147459"/>
                    <a:gd name="connsiteX1" fmla="*/ 43826 w 168558"/>
                    <a:gd name="connsiteY1" fmla="*/ 0 h 147459"/>
                    <a:gd name="connsiteX2" fmla="*/ 168558 w 168558"/>
                    <a:gd name="connsiteY2" fmla="*/ 0 h 147459"/>
                    <a:gd name="connsiteX3" fmla="*/ 21099 w 168558"/>
                    <a:gd name="connsiteY3" fmla="*/ 147459 h 147459"/>
                    <a:gd name="connsiteX4" fmla="*/ 0 w 168558"/>
                    <a:gd name="connsiteY4" fmla="*/ 126361 h 147459"/>
                    <a:gd name="connsiteX5" fmla="*/ 0 w 168558"/>
                    <a:gd name="connsiteY5" fmla="*/ 43826 h 147459"/>
                    <a:gd name="connsiteX6" fmla="*/ 12837 w 168558"/>
                    <a:gd name="connsiteY6" fmla="*/ 12836 h 147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8558" h="147459">
                      <a:moveTo>
                        <a:pt x="12837" y="12836"/>
                      </a:moveTo>
                      <a:cubicBezTo>
                        <a:pt x="20768" y="4905"/>
                        <a:pt x="31724" y="0"/>
                        <a:pt x="43826" y="0"/>
                      </a:cubicBezTo>
                      <a:lnTo>
                        <a:pt x="168558" y="0"/>
                      </a:lnTo>
                      <a:lnTo>
                        <a:pt x="21099" y="147459"/>
                      </a:lnTo>
                      <a:lnTo>
                        <a:pt x="0" y="126361"/>
                      </a:lnTo>
                      <a:lnTo>
                        <a:pt x="0" y="43826"/>
                      </a:lnTo>
                      <a:cubicBezTo>
                        <a:pt x="1" y="31723"/>
                        <a:pt x="4906" y="20767"/>
                        <a:pt x="12837" y="12836"/>
                      </a:cubicBezTo>
                      <a:close/>
                    </a:path>
                  </a:pathLst>
                </a:custGeom>
                <a:solidFill>
                  <a:srgbClr val="C9D8E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2" name="Rechthoek: afgeronde hoeken 111">
                  <a:extLst>
                    <a:ext uri="{FF2B5EF4-FFF2-40B4-BE49-F238E27FC236}">
                      <a16:creationId xmlns:a16="http://schemas.microsoft.com/office/drawing/2014/main" id="{902EFA2E-1B06-EA51-FC48-F5730ACE11DC}"/>
                    </a:ext>
                  </a:extLst>
                </p:cNvPr>
                <p:cNvSpPr/>
                <p:nvPr userDrawn="1"/>
              </p:nvSpPr>
              <p:spPr>
                <a:xfrm>
                  <a:off x="14601150" y="1145314"/>
                  <a:ext cx="155966" cy="116816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13" name="Rechte verbindingslijn 112">
                  <a:extLst>
                    <a:ext uri="{FF2B5EF4-FFF2-40B4-BE49-F238E27FC236}">
                      <a16:creationId xmlns:a16="http://schemas.microsoft.com/office/drawing/2014/main" id="{50A248DD-B621-1F7F-2D73-9081FE798A81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4637490" y="1308665"/>
                  <a:ext cx="83286" cy="0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4" name="Rechte verbindingslijn 113">
                  <a:extLst>
                    <a:ext uri="{FF2B5EF4-FFF2-40B4-BE49-F238E27FC236}">
                      <a16:creationId xmlns:a16="http://schemas.microsoft.com/office/drawing/2014/main" id="{E82086EE-79DE-22E6-8494-B862C4E30E56}"/>
                    </a:ext>
                  </a:extLst>
                </p:cNvPr>
                <p:cNvCxnSpPr>
                  <a:cxnSpLocks/>
                  <a:stCxn id="112" idx="2"/>
                </p:cNvCxnSpPr>
                <p:nvPr userDrawn="1"/>
              </p:nvCxnSpPr>
              <p:spPr>
                <a:xfrm flipH="1">
                  <a:off x="14678717" y="1262130"/>
                  <a:ext cx="416" cy="43573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4F762AF5-AA26-1B1C-1905-52826CE1C2C2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020C7835-1521-A413-BB01-C81E945EDEBC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afbeelding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1DF0C0E5-3F92-0BE5-7539-FD61B3A4575B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106" name="Rechthoek 105">
                  <a:extLst>
                    <a:ext uri="{FF2B5EF4-FFF2-40B4-BE49-F238E27FC236}">
                      <a16:creationId xmlns:a16="http://schemas.microsoft.com/office/drawing/2014/main" id="{3BB3C181-6FAB-B0C3-60AD-37545A1A1A7E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107" name="Rechte verbindingslijn 106">
                  <a:extLst>
                    <a:ext uri="{FF2B5EF4-FFF2-40B4-BE49-F238E27FC236}">
                      <a16:creationId xmlns:a16="http://schemas.microsoft.com/office/drawing/2014/main" id="{17A21A95-09D0-3BD9-D5C5-5539461DD8C5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108" name="Gelijkbenige driehoek 107">
                  <a:extLst>
                    <a:ext uri="{FF2B5EF4-FFF2-40B4-BE49-F238E27FC236}">
                      <a16:creationId xmlns:a16="http://schemas.microsoft.com/office/drawing/2014/main" id="{B0F318C8-3580-3B0A-D0B5-F70000AA50D8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900C308B-0B43-097E-2C78-23D626BF2400}"/>
                  </a:ext>
                </a:extLst>
              </p:cNvPr>
              <p:cNvSpPr/>
              <p:nvPr userDrawn="1"/>
            </p:nvSpPr>
            <p:spPr>
              <a:xfrm>
                <a:off x="-3603587" y="255335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5A1FC01C-35DB-0400-EFF7-FD1E3A77F4F4}"/>
                  </a:ext>
                </a:extLst>
              </p:cNvPr>
              <p:cNvSpPr/>
              <p:nvPr userDrawn="1"/>
            </p:nvSpPr>
            <p:spPr>
              <a:xfrm>
                <a:off x="-3319416" y="2553360"/>
                <a:ext cx="3126341" cy="46279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miniatuurweergave van de dia aan de linkerkant van het scherm 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‘Dia herstellen’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8" name="ICOON_info">
                <a:extLst>
                  <a:ext uri="{FF2B5EF4-FFF2-40B4-BE49-F238E27FC236}">
                    <a16:creationId xmlns:a16="http://schemas.microsoft.com/office/drawing/2014/main" id="{F3381F6A-34C8-5D56-121F-EF819D2F9A32}"/>
                  </a:ext>
                </a:extLst>
              </p:cNvPr>
              <p:cNvGrpSpPr/>
              <p:nvPr userDrawn="1"/>
            </p:nvGrpSpPr>
            <p:grpSpPr>
              <a:xfrm>
                <a:off x="-376736" y="5894045"/>
                <a:ext cx="283685" cy="283685"/>
                <a:chOff x="-510741" y="5913713"/>
                <a:chExt cx="267555" cy="267555"/>
              </a:xfrm>
            </p:grpSpPr>
            <p:sp>
              <p:nvSpPr>
                <p:cNvPr id="104" name="Ovaal 103">
                  <a:extLst>
                    <a:ext uri="{FF2B5EF4-FFF2-40B4-BE49-F238E27FC236}">
                      <a16:creationId xmlns:a16="http://schemas.microsoft.com/office/drawing/2014/main" id="{B89B5DCE-F857-3F6D-5BF7-581F4DA1334D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5" name="Graphic 163" descr="Informatie">
                  <a:extLst>
                    <a:ext uri="{FF2B5EF4-FFF2-40B4-BE49-F238E27FC236}">
                      <a16:creationId xmlns:a16="http://schemas.microsoft.com/office/drawing/2014/main" id="{7CB2540B-A5C7-D0BE-BA95-7F52520BD70C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BE47A0BF-BEB6-664A-7C8D-000CB0C4D6A6}"/>
                  </a:ext>
                </a:extLst>
              </p:cNvPr>
              <p:cNvSpPr/>
              <p:nvPr userDrawn="1"/>
            </p:nvSpPr>
            <p:spPr>
              <a:xfrm>
                <a:off x="-3603587" y="414578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EFCBD5D0-F224-775B-BEED-3F418B01ACC2}"/>
                  </a:ext>
                </a:extLst>
              </p:cNvPr>
              <p:cNvSpPr/>
              <p:nvPr userDrawn="1"/>
            </p:nvSpPr>
            <p:spPr>
              <a:xfrm>
                <a:off x="-3319415" y="4145790"/>
                <a:ext cx="2944682" cy="97979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Om de afbeelding te schalen of bij te snijden, ga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‘Hulpmiddelen voor afbeeldingen - Opmaak’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en klik op de knop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‘Bijsnijden’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Schaal met de bolletjes de afbeelding en met de hoekjes het afbeeldingskader.</a:t>
                </a:r>
              </a:p>
            </p:txBody>
          </p:sp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2DD23970-0CB6-37B5-D404-0D5FEC25AD20}"/>
                  </a:ext>
                </a:extLst>
              </p:cNvPr>
              <p:cNvGrpSpPr/>
              <p:nvPr userDrawn="1"/>
            </p:nvGrpSpPr>
            <p:grpSpPr>
              <a:xfrm>
                <a:off x="-3408294" y="5236167"/>
                <a:ext cx="622283" cy="612919"/>
                <a:chOff x="12617641" y="3403239"/>
                <a:chExt cx="752963" cy="741634"/>
              </a:xfrm>
            </p:grpSpPr>
            <p:grpSp>
              <p:nvGrpSpPr>
                <p:cNvPr id="88" name="Groep 87">
                  <a:extLst>
                    <a:ext uri="{FF2B5EF4-FFF2-40B4-BE49-F238E27FC236}">
                      <a16:creationId xmlns:a16="http://schemas.microsoft.com/office/drawing/2014/main" id="{52A81E26-E561-1491-2BF4-23CFC585D2AC}"/>
                    </a:ext>
                  </a:extLst>
                </p:cNvPr>
                <p:cNvGrpSpPr/>
                <p:nvPr userDrawn="1"/>
              </p:nvGrpSpPr>
              <p:grpSpPr>
                <a:xfrm>
                  <a:off x="12771550" y="3403239"/>
                  <a:ext cx="467156" cy="448491"/>
                  <a:chOff x="12782177" y="3403239"/>
                  <a:chExt cx="467156" cy="448491"/>
                </a:xfrm>
              </p:grpSpPr>
              <p:grpSp>
                <p:nvGrpSpPr>
                  <p:cNvPr id="91" name="Groep 90">
                    <a:extLst>
                      <a:ext uri="{FF2B5EF4-FFF2-40B4-BE49-F238E27FC236}">
                        <a16:creationId xmlns:a16="http://schemas.microsoft.com/office/drawing/2014/main" id="{3FB0AB1D-AE47-CA7C-96BE-94F9DBCFDAE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82177" y="3403239"/>
                    <a:ext cx="412972" cy="396132"/>
                    <a:chOff x="13554906" y="3320109"/>
                    <a:chExt cx="443912" cy="425811"/>
                  </a:xfrm>
                </p:grpSpPr>
                <p:grpSp>
                  <p:nvGrpSpPr>
                    <p:cNvPr id="98" name="Groep 97">
                      <a:extLst>
                        <a:ext uri="{FF2B5EF4-FFF2-40B4-BE49-F238E27FC236}">
                          <a16:creationId xmlns:a16="http://schemas.microsoft.com/office/drawing/2014/main" id="{70800D62-03D5-DC74-76DA-FBD17A9B1FC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3554906" y="3320109"/>
                      <a:ext cx="443912" cy="425811"/>
                      <a:chOff x="12909684" y="1276143"/>
                      <a:chExt cx="443912" cy="425811"/>
                    </a:xfrm>
                  </p:grpSpPr>
                  <p:sp>
                    <p:nvSpPr>
                      <p:cNvPr id="101" name="Rechthoek 100">
                        <a:extLst>
                          <a:ext uri="{FF2B5EF4-FFF2-40B4-BE49-F238E27FC236}">
                            <a16:creationId xmlns:a16="http://schemas.microsoft.com/office/drawing/2014/main" id="{BF57586A-6E83-8AC3-E274-A5F480FCABD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443912" cy="425811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818181"/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02" name="Rechthoek 101">
                        <a:extLst>
                          <a:ext uri="{FF2B5EF4-FFF2-40B4-BE49-F238E27FC236}">
                            <a16:creationId xmlns:a16="http://schemas.microsoft.com/office/drawing/2014/main" id="{114DD0B6-9C21-69E9-ED4C-50F352B9EAD2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261629" cy="2578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81818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03" name="Ovaal 102">
                        <a:extLst>
                          <a:ext uri="{FF2B5EF4-FFF2-40B4-BE49-F238E27FC236}">
                            <a16:creationId xmlns:a16="http://schemas.microsoft.com/office/drawing/2014/main" id="{51272A7D-4E83-E9E3-6AFA-A41092A19BFE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3069071" y="1308711"/>
                        <a:ext cx="72188" cy="72188"/>
                      </a:xfrm>
                      <a:prstGeom prst="ellipse">
                        <a:avLst/>
                      </a:prstGeom>
                      <a:solidFill>
                        <a:srgbClr val="ECC679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l"/>
                        <a:endParaRPr lang="nl-NL" sz="1000" b="1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99" name="Afbeelding 98">
                      <a:extLst>
                        <a:ext uri="{FF2B5EF4-FFF2-40B4-BE49-F238E27FC236}">
                          <a16:creationId xmlns:a16="http://schemas.microsoft.com/office/drawing/2014/main" id="{156A014F-0364-C410-F71F-F027D26E0999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2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3567296" y="3424992"/>
                      <a:ext cx="173367" cy="14022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0" name="Afbeelding 99">
                      <a:extLst>
                        <a:ext uri="{FF2B5EF4-FFF2-40B4-BE49-F238E27FC236}">
                          <a16:creationId xmlns:a16="http://schemas.microsoft.com/office/drawing/2014/main" id="{82BF63AF-8BE2-9CB6-AB06-058FB724DC4C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2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flipH="1">
                      <a:off x="13635599" y="3453788"/>
                      <a:ext cx="173367" cy="111424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92" name="Groep 91">
                    <a:extLst>
                      <a:ext uri="{FF2B5EF4-FFF2-40B4-BE49-F238E27FC236}">
                        <a16:creationId xmlns:a16="http://schemas.microsoft.com/office/drawing/2014/main" id="{12EC0501-90D6-E8B2-95A6-13CF3649DD1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103513" y="3705268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96" name="Rechthoek 95">
                      <a:extLst>
                        <a:ext uri="{FF2B5EF4-FFF2-40B4-BE49-F238E27FC236}">
                          <a16:creationId xmlns:a16="http://schemas.microsoft.com/office/drawing/2014/main" id="{FFDD29E8-ACB9-AEE6-CB1F-85DD4E95802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7" name="Rechthoek 96">
                      <a:extLst>
                        <a:ext uri="{FF2B5EF4-FFF2-40B4-BE49-F238E27FC236}">
                          <a16:creationId xmlns:a16="http://schemas.microsoft.com/office/drawing/2014/main" id="{965C2348-4AF2-0D6D-D9DA-C9FC4C650C96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93" name="Groep 92">
                    <a:extLst>
                      <a:ext uri="{FF2B5EF4-FFF2-40B4-BE49-F238E27FC236}">
                        <a16:creationId xmlns:a16="http://schemas.microsoft.com/office/drawing/2014/main" id="{86E318FE-C493-7DC2-36D5-17C73B55B018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13061402" y="3665637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94" name="Rechthoek 93">
                      <a:extLst>
                        <a:ext uri="{FF2B5EF4-FFF2-40B4-BE49-F238E27FC236}">
                          <a16:creationId xmlns:a16="http://schemas.microsoft.com/office/drawing/2014/main" id="{5962AC6B-6BC7-2468-FB9E-304EC0F5138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5" name="Rechthoek 94">
                      <a:extLst>
                        <a:ext uri="{FF2B5EF4-FFF2-40B4-BE49-F238E27FC236}">
                          <a16:creationId xmlns:a16="http://schemas.microsoft.com/office/drawing/2014/main" id="{1B1129BF-079E-D554-A978-74F229D5C798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FECD0B51-F8DD-F4ED-C809-220A7CF741E4}"/>
                    </a:ext>
                  </a:extLst>
                </p:cNvPr>
                <p:cNvSpPr/>
                <p:nvPr userDrawn="1"/>
              </p:nvSpPr>
              <p:spPr>
                <a:xfrm>
                  <a:off x="12617641" y="3889890"/>
                  <a:ext cx="752963" cy="16117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Bijsnijden</a:t>
                  </a:r>
                </a:p>
              </p:txBody>
            </p:sp>
            <p:sp>
              <p:nvSpPr>
                <p:cNvPr id="90" name="Gelijkbenige driehoek 89">
                  <a:extLst>
                    <a:ext uri="{FF2B5EF4-FFF2-40B4-BE49-F238E27FC236}">
                      <a16:creationId xmlns:a16="http://schemas.microsoft.com/office/drawing/2014/main" id="{ABD8C40A-C7A5-298A-E031-CDF05B2FF779}"/>
                    </a:ext>
                  </a:extLst>
                </p:cNvPr>
                <p:cNvSpPr/>
                <p:nvPr userDrawn="1"/>
              </p:nvSpPr>
              <p:spPr>
                <a:xfrm rot="10800000">
                  <a:off x="12950688" y="4093726"/>
                  <a:ext cx="86866" cy="51147"/>
                </a:xfrm>
                <a:prstGeom prst="triangle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CD08BA5A-9294-5372-9110-F5C410FE9E07}"/>
                  </a:ext>
                </a:extLst>
              </p:cNvPr>
              <p:cNvSpPr/>
              <p:nvPr userDrawn="1"/>
            </p:nvSpPr>
            <p:spPr>
              <a:xfrm>
                <a:off x="-3316836" y="3119689"/>
                <a:ext cx="1239216" cy="719917"/>
              </a:xfrm>
              <a:prstGeom prst="rect">
                <a:avLst/>
              </a:prstGeom>
              <a:pattFill prst="wdUpDiag">
                <a:fgClr>
                  <a:srgbClr val="E0E0E0"/>
                </a:fgClr>
                <a:bgClr>
                  <a:srgbClr val="ECECEC"/>
                </a:bgClr>
              </a:pattFill>
              <a:ln w="12700">
                <a:solidFill>
                  <a:srgbClr val="D3D3D3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0" i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457D0F7D-5DE4-37A6-A6E8-8F05B9452EDA}"/>
                  </a:ext>
                </a:extLst>
              </p:cNvPr>
              <p:cNvGrpSpPr/>
              <p:nvPr userDrawn="1"/>
            </p:nvGrpSpPr>
            <p:grpSpPr>
              <a:xfrm>
                <a:off x="-2485819" y="3399207"/>
                <a:ext cx="1222990" cy="563933"/>
                <a:chOff x="-2485819" y="3399207"/>
                <a:chExt cx="1222990" cy="563933"/>
              </a:xfrm>
            </p:grpSpPr>
            <p:sp>
              <p:nvSpPr>
                <p:cNvPr id="44" name="Rechthoek 43">
                  <a:extLst>
                    <a:ext uri="{FF2B5EF4-FFF2-40B4-BE49-F238E27FC236}">
                      <a16:creationId xmlns:a16="http://schemas.microsoft.com/office/drawing/2014/main" id="{F509B300-6932-B40F-6650-0499945FD579}"/>
                    </a:ext>
                  </a:extLst>
                </p:cNvPr>
                <p:cNvSpPr/>
                <p:nvPr userDrawn="1"/>
              </p:nvSpPr>
              <p:spPr>
                <a:xfrm>
                  <a:off x="-2485819" y="3399207"/>
                  <a:ext cx="1176476" cy="50485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Rechthoek 44">
                  <a:extLst>
                    <a:ext uri="{FF2B5EF4-FFF2-40B4-BE49-F238E27FC236}">
                      <a16:creationId xmlns:a16="http://schemas.microsoft.com/office/drawing/2014/main" id="{018FD34D-B2FB-311E-CC11-71851410240B}"/>
                    </a:ext>
                  </a:extLst>
                </p:cNvPr>
                <p:cNvSpPr/>
                <p:nvPr userDrawn="1"/>
              </p:nvSpPr>
              <p:spPr>
                <a:xfrm>
                  <a:off x="-2479584" y="3652838"/>
                  <a:ext cx="1164007" cy="246701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EF4F273C-5954-2893-7873-4B35FBBD010E}"/>
                    </a:ext>
                  </a:extLst>
                </p:cNvPr>
                <p:cNvGrpSpPr/>
                <p:nvPr userDrawn="1"/>
              </p:nvGrpSpPr>
              <p:grpSpPr>
                <a:xfrm>
                  <a:off x="-2403869" y="3460544"/>
                  <a:ext cx="155951" cy="131922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DF461412-D281-C2FC-AF05-9D827FE4348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nl-NL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53CED3AF-7FF8-6F1D-52E0-C0BD6255A39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4" name="Rechthoek 83">
                    <a:extLst>
                      <a:ext uri="{FF2B5EF4-FFF2-40B4-BE49-F238E27FC236}">
                        <a16:creationId xmlns:a16="http://schemas.microsoft.com/office/drawing/2014/main" id="{CD7560CC-1C3D-0A59-F57D-85BD2914667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5" name="Rechthoek 84">
                    <a:extLst>
                      <a:ext uri="{FF2B5EF4-FFF2-40B4-BE49-F238E27FC236}">
                        <a16:creationId xmlns:a16="http://schemas.microsoft.com/office/drawing/2014/main" id="{28431AF0-32B2-2001-7E44-8808929D81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6" name="Rechthoek 85">
                    <a:extLst>
                      <a:ext uri="{FF2B5EF4-FFF2-40B4-BE49-F238E27FC236}">
                        <a16:creationId xmlns:a16="http://schemas.microsoft.com/office/drawing/2014/main" id="{EEE055D3-DC04-D7C4-FB68-29862334309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7" name="Rechthoek 86">
                    <a:extLst>
                      <a:ext uri="{FF2B5EF4-FFF2-40B4-BE49-F238E27FC236}">
                        <a16:creationId xmlns:a16="http://schemas.microsoft.com/office/drawing/2014/main" id="{BA9CFF45-C361-9D98-38B2-228A04F3F66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37951605-DE50-A25D-408E-2B3951EFE49B}"/>
                    </a:ext>
                  </a:extLst>
                </p:cNvPr>
                <p:cNvGrpSpPr/>
                <p:nvPr userDrawn="1"/>
              </p:nvGrpSpPr>
              <p:grpSpPr>
                <a:xfrm>
                  <a:off x="-2423424" y="3690208"/>
                  <a:ext cx="166739" cy="218963"/>
                  <a:chOff x="12940828" y="3950597"/>
                  <a:chExt cx="432813" cy="568367"/>
                </a:xfrm>
              </p:grpSpPr>
              <p:grpSp>
                <p:nvGrpSpPr>
                  <p:cNvPr id="51" name="Groep 50">
                    <a:extLst>
                      <a:ext uri="{FF2B5EF4-FFF2-40B4-BE49-F238E27FC236}">
                        <a16:creationId xmlns:a16="http://schemas.microsoft.com/office/drawing/2014/main" id="{0D4520A5-5F4D-14AB-1D04-12F785B09D5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000382" y="4006891"/>
                    <a:ext cx="373259" cy="315747"/>
                    <a:chOff x="12968836" y="3354170"/>
                    <a:chExt cx="404806" cy="342433"/>
                  </a:xfrm>
                </p:grpSpPr>
                <p:sp>
                  <p:nvSpPr>
                    <p:cNvPr id="53" name="Rechthoek: afgeronde hoeken 52">
                      <a:extLst>
                        <a:ext uri="{FF2B5EF4-FFF2-40B4-BE49-F238E27FC236}">
                          <a16:creationId xmlns:a16="http://schemas.microsoft.com/office/drawing/2014/main" id="{30A5F4E4-31C3-93A0-637B-804D20B676F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68836" y="3354170"/>
                      <a:ext cx="404806" cy="342433"/>
                    </a:xfrm>
                    <a:prstGeom prst="roundRect">
                      <a:avLst>
                        <a:gd name="adj" fmla="val 2911"/>
                      </a:avLst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4" name="Rechthoek 53">
                      <a:extLst>
                        <a:ext uri="{FF2B5EF4-FFF2-40B4-BE49-F238E27FC236}">
                          <a16:creationId xmlns:a16="http://schemas.microsoft.com/office/drawing/2014/main" id="{58CBAFD6-C29D-EBD5-5176-5682ACBAB38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25180" y="3401181"/>
                      <a:ext cx="305213" cy="41563"/>
                    </a:xfrm>
                    <a:prstGeom prst="rect">
                      <a:avLst/>
                    </a:prstGeom>
                    <a:solidFill>
                      <a:srgbClr val="D1D1D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5" name="Rechthoek 54">
                      <a:extLst>
                        <a:ext uri="{FF2B5EF4-FFF2-40B4-BE49-F238E27FC236}">
                          <a16:creationId xmlns:a16="http://schemas.microsoft.com/office/drawing/2014/main" id="{C592DE14-B015-0CEF-537C-4AFF82F8BAB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25181" y="3471575"/>
                      <a:ext cx="118778" cy="181691"/>
                    </a:xfrm>
                    <a:prstGeom prst="rect">
                      <a:avLst/>
                    </a:prstGeom>
                    <a:solidFill>
                      <a:srgbClr val="D1D1D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17338CDD-10A4-AEB9-00AC-C3B38DDFBCD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180812" y="3481982"/>
                      <a:ext cx="135278" cy="21328"/>
                    </a:xfrm>
                    <a:prstGeom prst="rect">
                      <a:avLst/>
                    </a:prstGeom>
                    <a:solidFill>
                      <a:srgbClr val="B2B2B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D07C48DE-EA2C-131A-6CB1-240A4FA2190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180812" y="3554800"/>
                      <a:ext cx="69418" cy="21328"/>
                    </a:xfrm>
                    <a:prstGeom prst="rect">
                      <a:avLst/>
                    </a:prstGeom>
                    <a:solidFill>
                      <a:srgbClr val="B2B2B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6" name="Rechthoek 65">
                      <a:extLst>
                        <a:ext uri="{FF2B5EF4-FFF2-40B4-BE49-F238E27FC236}">
                          <a16:creationId xmlns:a16="http://schemas.microsoft.com/office/drawing/2014/main" id="{DFC53182-C200-E0DE-4A9B-5EAAF2ACC72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180812" y="3627618"/>
                      <a:ext cx="69418" cy="21328"/>
                    </a:xfrm>
                    <a:prstGeom prst="rect">
                      <a:avLst/>
                    </a:prstGeom>
                    <a:solidFill>
                      <a:srgbClr val="B2B2B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2" name="Boog 51">
                    <a:extLst>
                      <a:ext uri="{FF2B5EF4-FFF2-40B4-BE49-F238E27FC236}">
                        <a16:creationId xmlns:a16="http://schemas.microsoft.com/office/drawing/2014/main" id="{673C96BF-825B-D75D-9A84-8626D5A777EC}"/>
                      </a:ext>
                    </a:extLst>
                  </p:cNvPr>
                  <p:cNvSpPr/>
                  <p:nvPr userDrawn="1"/>
                </p:nvSpPr>
                <p:spPr>
                  <a:xfrm rot="17637075">
                    <a:off x="12776155" y="4115270"/>
                    <a:ext cx="568367" cy="239021"/>
                  </a:xfrm>
                  <a:prstGeom prst="arc">
                    <a:avLst>
                      <a:gd name="adj1" fmla="val 15959368"/>
                      <a:gd name="adj2" fmla="val 1354623"/>
                    </a:avLst>
                  </a:prstGeom>
                  <a:noFill/>
                  <a:ln w="19050" cap="flat" cmpd="sng" algn="ctr">
                    <a:solidFill>
                      <a:srgbClr val="4D82B8"/>
                    </a:solidFill>
                    <a:prstDash val="solid"/>
                    <a:headEnd type="arrow" w="med" len="sm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8" name="Tekstvak 47">
                  <a:extLst>
                    <a:ext uri="{FF2B5EF4-FFF2-40B4-BE49-F238E27FC236}">
                      <a16:creationId xmlns:a16="http://schemas.microsoft.com/office/drawing/2014/main" id="{154C7AF2-FD5D-E0E3-EF85-1979C463B71E}"/>
                    </a:ext>
                  </a:extLst>
                </p:cNvPr>
                <p:cNvSpPr txBox="1"/>
                <p:nvPr userDrawn="1"/>
              </p:nvSpPr>
              <p:spPr>
                <a:xfrm>
                  <a:off x="-2245455" y="3460544"/>
                  <a:ext cx="896116" cy="13470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Indeling</a:t>
                  </a:r>
                </a:p>
              </p:txBody>
            </p: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73802CD8-B178-5705-51E5-5E608CE759A9}"/>
                    </a:ext>
                  </a:extLst>
                </p:cNvPr>
                <p:cNvSpPr txBox="1"/>
                <p:nvPr userDrawn="1"/>
              </p:nvSpPr>
              <p:spPr>
                <a:xfrm>
                  <a:off x="-2258884" y="3712980"/>
                  <a:ext cx="909545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Dia Herstellen</a:t>
                  </a:r>
                </a:p>
              </p:txBody>
            </p:sp>
            <p:sp>
              <p:nvSpPr>
                <p:cNvPr id="50" name="Vrije vorm: vorm 49">
                  <a:extLst>
                    <a:ext uri="{FF2B5EF4-FFF2-40B4-BE49-F238E27FC236}">
                      <a16:creationId xmlns:a16="http://schemas.microsoft.com/office/drawing/2014/main" id="{0A3F82DF-DB2C-8BA7-CC0A-74780831D7D5}"/>
                    </a:ext>
                  </a:extLst>
                </p:cNvPr>
                <p:cNvSpPr/>
                <p:nvPr userDrawn="1"/>
              </p:nvSpPr>
              <p:spPr>
                <a:xfrm>
                  <a:off x="-1360391" y="3783140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116" name="INSTRUCTIE">
            <a:extLst>
              <a:ext uri="{FF2B5EF4-FFF2-40B4-BE49-F238E27FC236}">
                <a16:creationId xmlns:a16="http://schemas.microsoft.com/office/drawing/2014/main" id="{D1F2049A-2B89-5128-CD68-2D6B1B4317ED}"/>
              </a:ext>
            </a:extLst>
          </p:cNvPr>
          <p:cNvGrpSpPr/>
          <p:nvPr userDrawn="1"/>
        </p:nvGrpSpPr>
        <p:grpSpPr>
          <a:xfrm>
            <a:off x="12274716" y="-1699419"/>
            <a:ext cx="3695970" cy="1515649"/>
            <a:chOff x="-3889316" y="-1699419"/>
            <a:chExt cx="3695970" cy="1515649"/>
          </a:xfrm>
        </p:grpSpPr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374A37B3-4924-C8E7-F7AB-AC181F42F870}"/>
                </a:ext>
              </a:extLst>
            </p:cNvPr>
            <p:cNvSpPr/>
            <p:nvPr userDrawn="1"/>
          </p:nvSpPr>
          <p:spPr>
            <a:xfrm>
              <a:off x="-3786437" y="-1699419"/>
              <a:ext cx="3593091" cy="15156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5C7E4392-439F-7901-B993-E447AC84F373}"/>
                </a:ext>
              </a:extLst>
            </p:cNvPr>
            <p:cNvSpPr/>
            <p:nvPr userDrawn="1"/>
          </p:nvSpPr>
          <p:spPr>
            <a:xfrm>
              <a:off x="-3603859" y="-1271906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toets. 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vervolgens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19" name="Gelijkbenige driehoek 118">
              <a:extLst>
                <a:ext uri="{FF2B5EF4-FFF2-40B4-BE49-F238E27FC236}">
                  <a16:creationId xmlns:a16="http://schemas.microsoft.com/office/drawing/2014/main" id="{27DC1151-A61C-568F-037B-F815F545CCC2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" name="Tijdelijke aanduiding voor verticale tekst 2">
            <a:extLst>
              <a:ext uri="{FF2B5EF4-FFF2-40B4-BE49-F238E27FC236}">
                <a16:creationId xmlns:a16="http://schemas.microsoft.com/office/drawing/2014/main" id="{45C05A16-5DC3-DB52-02A8-4DCBBEAB04AD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653745" y="1924510"/>
            <a:ext cx="7393436" cy="3599530"/>
          </a:xfrm>
        </p:spPr>
        <p:txBody>
          <a:bodyPr vert="horz" numCol="2" spcCol="180000"/>
          <a:lstStyle>
            <a:lvl1pPr marL="342900" indent="-342900">
              <a:spcBef>
                <a:spcPts val="1200"/>
              </a:spcBef>
              <a:spcAft>
                <a:spcPts val="200"/>
              </a:spcAft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355600" indent="0">
              <a:spcBef>
                <a:spcPts val="200"/>
              </a:spcBef>
              <a:spcAft>
                <a:spcPts val="200"/>
              </a:spcAft>
              <a:buFontTx/>
              <a:buNone/>
              <a:defRPr sz="1400" i="1">
                <a:solidFill>
                  <a:schemeClr val="bg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Leestekst</a:t>
            </a:r>
          </a:p>
          <a:p>
            <a:pPr lvl="1"/>
            <a:endParaRPr lang="nl-NL" noProof="0"/>
          </a:p>
          <a:p>
            <a:pPr lvl="1"/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14714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544DF069-7248-5B07-F17B-4D7E644D7B2D}"/>
              </a:ext>
            </a:extLst>
          </p:cNvPr>
          <p:cNvSpPr/>
          <p:nvPr userDrawn="1"/>
        </p:nvSpPr>
        <p:spPr>
          <a:xfrm flipV="1">
            <a:off x="719138" y="0"/>
            <a:ext cx="11472862" cy="6858000"/>
          </a:xfrm>
          <a:prstGeom prst="rect">
            <a:avLst/>
          </a:prstGeom>
          <a:gradFill flip="none" rotWithShape="1">
            <a:gsLst>
              <a:gs pos="43000">
                <a:srgbClr val="222D47"/>
              </a:gs>
              <a:gs pos="57000">
                <a:srgbClr val="2C3C51"/>
              </a:gs>
              <a:gs pos="72000">
                <a:srgbClr val="3D5762"/>
              </a:gs>
              <a:gs pos="87000">
                <a:srgbClr val="5B867F"/>
              </a:gs>
              <a:gs pos="33000">
                <a:schemeClr val="accent1"/>
              </a:gs>
              <a:gs pos="100000">
                <a:srgbClr val="84C5A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D025497F-5B79-A744-8F1F-BBA50EB0B3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56203" y="3084735"/>
            <a:ext cx="10015071" cy="662403"/>
          </a:xfrm>
        </p:spPr>
        <p:txBody>
          <a:bodyPr anchor="ctr"/>
          <a:lstStyle>
            <a:lvl1pPr algn="l"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nl-NL" noProof="0"/>
              <a:t>Plaats hoofdstuk hier</a:t>
            </a:r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80ABA9A0-D525-2DAC-6C5A-CC85AACCA9B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56203" y="4084110"/>
            <a:ext cx="10015071" cy="397748"/>
          </a:xfrm>
        </p:spPr>
        <p:txBody>
          <a:bodyPr/>
          <a:lstStyle>
            <a:lvl1pPr marL="0" indent="0">
              <a:buNone/>
              <a:defRPr sz="24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Subtitel</a:t>
            </a:r>
          </a:p>
        </p:txBody>
      </p:sp>
      <p:sp>
        <p:nvSpPr>
          <p:cNvPr id="12" name="Tijdelijke aanduiding voor tekst 6">
            <a:extLst>
              <a:ext uri="{FF2B5EF4-FFF2-40B4-BE49-F238E27FC236}">
                <a16:creationId xmlns:a16="http://schemas.microsoft.com/office/drawing/2014/main" id="{4B518203-236E-E724-AFDD-226516D44D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56204" y="2004178"/>
            <a:ext cx="1038802" cy="660465"/>
          </a:xfrm>
        </p:spPr>
        <p:txBody>
          <a:bodyPr/>
          <a:lstStyle>
            <a:lvl1pPr marL="0" indent="0">
              <a:buNone/>
              <a:defRPr sz="5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01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518AE302-BA9D-E676-032C-4945BCD9C562}"/>
              </a:ext>
            </a:extLst>
          </p:cNvPr>
          <p:cNvSpPr/>
          <p:nvPr userDrawn="1"/>
        </p:nvSpPr>
        <p:spPr>
          <a:xfrm>
            <a:off x="0" y="-425941"/>
            <a:ext cx="927498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Hoofdstuk</a:t>
            </a:r>
          </a:p>
        </p:txBody>
      </p:sp>
    </p:spTree>
    <p:extLst>
      <p:ext uri="{BB962C8B-B14F-4D97-AF65-F5344CB8AC3E}">
        <p14:creationId xmlns:p14="http://schemas.microsoft.com/office/powerpoint/2010/main" val="100248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D279D3C4-00F5-0E29-1BE7-82FF9171C838}"/>
              </a:ext>
            </a:extLst>
          </p:cNvPr>
          <p:cNvSpPr/>
          <p:nvPr userDrawn="1"/>
        </p:nvSpPr>
        <p:spPr>
          <a:xfrm>
            <a:off x="727164" y="0"/>
            <a:ext cx="11464836" cy="685799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117" y="720000"/>
            <a:ext cx="10140158" cy="369025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451727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Tekst</a:t>
            </a:r>
          </a:p>
        </p:txBody>
      </p:sp>
      <p:sp>
        <p:nvSpPr>
          <p:cNvPr id="6" name="Tijdelijke aanduiding voor tekst 6">
            <a:extLst>
              <a:ext uri="{FF2B5EF4-FFF2-40B4-BE49-F238E27FC236}">
                <a16:creationId xmlns:a16="http://schemas.microsoft.com/office/drawing/2014/main" id="{94E7C516-D6FE-07D5-1CFD-8411830E4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7" y="368300"/>
            <a:ext cx="10138235" cy="168113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sp>
        <p:nvSpPr>
          <p:cNvPr id="11" name="Tijdelijke aanduiding voor verticale tekst 2">
            <a:extLst>
              <a:ext uri="{FF2B5EF4-FFF2-40B4-BE49-F238E27FC236}">
                <a16:creationId xmlns:a16="http://schemas.microsoft.com/office/drawing/2014/main" id="{581EB9BA-BE88-9FF8-7AB2-ACCB94781430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331117" y="1593488"/>
            <a:ext cx="10140158" cy="4237200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3B9EB176-9468-ED71-40DF-BD959067A9E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nl-NL"/>
              <a:t>Cerios template-set</a:t>
            </a:r>
          </a:p>
        </p:txBody>
      </p:sp>
      <p:sp>
        <p:nvSpPr>
          <p:cNvPr id="12" name="Tijdelijke aanduiding voor dianummer 11">
            <a:extLst>
              <a:ext uri="{FF2B5EF4-FFF2-40B4-BE49-F238E27FC236}">
                <a16:creationId xmlns:a16="http://schemas.microsoft.com/office/drawing/2014/main" id="{09FE00C0-BB75-56AF-9FAE-6F5D1ECD62B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grpSp>
        <p:nvGrpSpPr>
          <p:cNvPr id="14" name="INSTRUCTIE">
            <a:extLst>
              <a:ext uri="{FF2B5EF4-FFF2-40B4-BE49-F238E27FC236}">
                <a16:creationId xmlns:a16="http://schemas.microsoft.com/office/drawing/2014/main" id="{9D008DDA-F8A4-585B-2E98-88238EA5D2F6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A9CC530-6B79-DA55-78DC-D1A68D84A48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+mj-lt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B26938DF-EBDC-6AD1-2D7D-AB07FEA74914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E99A309-91E4-73AC-86E2-4F2F8709046B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4625" marR="0" lvl="0" indent="-17462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8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915B0C3D-135B-3098-4F5B-59390B6B114A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1114725C-8A55-B76D-338D-7049C5E0E725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46EBFDC4-12FA-E2A8-6B87-C5272982EBBB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5600" marR="0" lvl="1" indent="-1778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#1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58AE2CE5-8086-7C40-6260-5934A2C57F4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85D2280-D55A-737E-038C-5BEF7A1FBB03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1813" marR="0" lvl="2" indent="-17145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Segoe UI Light" panose="020B0502040204020203" pitchFamily="34" charset="0"/>
                <a:buChar char="–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#2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68A3BACB-9E6F-9E5C-05CE-5EBEDE3C968A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75A173A4-3F37-2EC7-0ADC-1BCC5679319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Leestekst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5B93B306-5B4D-2685-F6AC-8CF476FA483A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60FFF8A2-C362-CF0F-D557-DEF7727F49E2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600" b="1" kern="1200" noProof="0">
                  <a:solidFill>
                    <a:schemeClr val="accent3"/>
                  </a:solidFill>
                  <a:latin typeface="+mj-lt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3022CDE0-69E1-C663-D536-4143B83C89E6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5324D874-217F-62C6-541F-6FACBC289662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8288" marR="0" lvl="6" indent="-26828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Numerieke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1D3944DD-F89A-2D71-E4B3-81FE10FAF1E6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95A545E1-F831-0DE7-6D2E-9460C0EE0AE7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74638" marR="0" lvl="7" indent="-27463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Alfabetische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B79DD45F-EC67-5787-0B6F-0351693DBAA7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968D7520-708E-C1B0-698D-41B3C9767567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8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100" i="1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34" name="Ovaal 33">
              <a:extLst>
                <a:ext uri="{FF2B5EF4-FFF2-40B4-BE49-F238E27FC236}">
                  <a16:creationId xmlns:a16="http://schemas.microsoft.com/office/drawing/2014/main" id="{59FD26B9-5566-773D-95C1-AE9A887F5FF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5" name="Rechthoek 34">
              <a:extLst>
                <a:ext uri="{FF2B5EF4-FFF2-40B4-BE49-F238E27FC236}">
                  <a16:creationId xmlns:a16="http://schemas.microsoft.com/office/drawing/2014/main" id="{ACC68687-41B2-FB79-688A-FB3FD03FC43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400" b="1" kern="1200" cap="none" baseline="0" noProof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Subtitel #2</a:t>
              </a:r>
            </a:p>
          </p:txBody>
        </p:sp>
        <p:sp>
          <p:nvSpPr>
            <p:cNvPr id="36" name="Rechthoek 35">
              <a:extLst>
                <a:ext uri="{FF2B5EF4-FFF2-40B4-BE49-F238E27FC236}">
                  <a16:creationId xmlns:a16="http://schemas.microsoft.com/office/drawing/2014/main" id="{73342C05-5FAD-E6C0-1565-F731E0EA88BA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37" name="ICOON_info">
              <a:extLst>
                <a:ext uri="{FF2B5EF4-FFF2-40B4-BE49-F238E27FC236}">
                  <a16:creationId xmlns:a16="http://schemas.microsoft.com/office/drawing/2014/main" id="{F7A21977-95A2-F6E0-4634-48BD7FEA29EC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9" name="Ovaal 78">
                <a:extLst>
                  <a:ext uri="{FF2B5EF4-FFF2-40B4-BE49-F238E27FC236}">
                    <a16:creationId xmlns:a16="http://schemas.microsoft.com/office/drawing/2014/main" id="{BD589B4D-8D5A-FFB7-6FC5-B43B3675AAF7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Graphic 163" descr="Informatie">
                <a:extLst>
                  <a:ext uri="{FF2B5EF4-FFF2-40B4-BE49-F238E27FC236}">
                    <a16:creationId xmlns:a16="http://schemas.microsoft.com/office/drawing/2014/main" id="{A2D30C0B-3FEF-B7E4-266F-D26BD63C97A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8" name="VOORBEELD">
              <a:extLst>
                <a:ext uri="{FF2B5EF4-FFF2-40B4-BE49-F238E27FC236}">
                  <a16:creationId xmlns:a16="http://schemas.microsoft.com/office/drawing/2014/main" id="{DB5C8AD3-2EFD-214E-3644-572F33AB61F6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DCDCACC5-BE2D-7EA0-4437-403315545C2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7CEBF08D-70F2-8666-95AF-1ACD4D0976B4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6BE97F53-89AE-D56C-2484-7C1F38C9CE5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E3E0E643-1EC7-4859-E63A-EE09CB3E65E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61F69045-A353-7C59-773F-3BF266A8C23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595361D4-E6C4-3E48-0280-9A1658DFDC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4D907A3B-527D-AF87-C521-E8FC3B508EA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7E0D8F4F-9A48-C138-7B2F-7369DEB3533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48D5034F-4772-A19B-2BCE-B957930272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3" name="Pijl: rechts 72">
                  <a:extLst>
                    <a:ext uri="{FF2B5EF4-FFF2-40B4-BE49-F238E27FC236}">
                      <a16:creationId xmlns:a16="http://schemas.microsoft.com/office/drawing/2014/main" id="{D029AEA1-7DFF-8C09-7639-9B3E5CDA503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DA863DDF-E814-687B-D5DF-F0F9B61BDD0A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2316B298-8E31-AD93-21D7-2FC169ADAEB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0AFDAF3C-6B14-F951-5D10-A1A7712EC74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05EC562A-EF87-BE45-08F7-2C7F724F9F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58FB17BC-22D8-7AE0-B0FF-D597D25522C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B5493A87-B326-A371-2530-88A5A520A2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67A79E10-F587-A2AA-D97F-F4DFB63D185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6" name="Pijl: rechts 65">
                  <a:extLst>
                    <a:ext uri="{FF2B5EF4-FFF2-40B4-BE49-F238E27FC236}">
                      <a16:creationId xmlns:a16="http://schemas.microsoft.com/office/drawing/2014/main" id="{F0F74897-88E2-7A08-D7F9-0D04368799B9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3" name="Rechte verbindingslijn 42">
                <a:extLst>
                  <a:ext uri="{FF2B5EF4-FFF2-40B4-BE49-F238E27FC236}">
                    <a16:creationId xmlns:a16="http://schemas.microsoft.com/office/drawing/2014/main" id="{6ED60C84-A38F-15B9-EA89-A586859CBC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CFD47860-8B5D-1907-17F6-85FA8603E7A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63B03F18-6E55-2C05-AA8A-03167C69176B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28904D92-0B0C-3313-044F-EABC7ECFA43D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8F7B92B4-5104-F182-C407-8CF0499927F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7" name="Rechthoek 56">
                  <a:extLst>
                    <a:ext uri="{FF2B5EF4-FFF2-40B4-BE49-F238E27FC236}">
                      <a16:creationId xmlns:a16="http://schemas.microsoft.com/office/drawing/2014/main" id="{4470A00F-5F6D-0490-BF0C-135CF7413C9D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8" name="Groep 57">
                  <a:extLst>
                    <a:ext uri="{FF2B5EF4-FFF2-40B4-BE49-F238E27FC236}">
                      <a16:creationId xmlns:a16="http://schemas.microsoft.com/office/drawing/2014/main" id="{39D1A1F7-DCF3-ED24-9692-0B0124BA456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58E839ED-DBB1-874C-2E6A-51AE2916FA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F524E958-5A37-8F25-B626-3F434C4E98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49F4967A-A5F6-9673-D689-0ADB36CC25B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F4C1A6E-CD75-1401-7701-3E81C7AD4E3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77FA36A0-DADA-CB82-6CB5-8BCC06C01C1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9" name="Pijl: rechts 58">
                  <a:extLst>
                    <a:ext uri="{FF2B5EF4-FFF2-40B4-BE49-F238E27FC236}">
                      <a16:creationId xmlns:a16="http://schemas.microsoft.com/office/drawing/2014/main" id="{E7293A9A-C684-AA3F-7A17-6365F2FC2650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855B1FC-15DA-BFBC-B10E-D89526F42552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9" name="Rechthoek 48">
                  <a:extLst>
                    <a:ext uri="{FF2B5EF4-FFF2-40B4-BE49-F238E27FC236}">
                      <a16:creationId xmlns:a16="http://schemas.microsoft.com/office/drawing/2014/main" id="{81996925-D895-2024-9BB0-50818582FAF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0" name="Groep 49">
                  <a:extLst>
                    <a:ext uri="{FF2B5EF4-FFF2-40B4-BE49-F238E27FC236}">
                      <a16:creationId xmlns:a16="http://schemas.microsoft.com/office/drawing/2014/main" id="{DD71F42F-44EB-F27E-8517-AE5CF822801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2D87A5EF-9BFC-FCDC-344F-6AFAA3AA7E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5713F516-900D-051D-811F-51BE5054181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2FD7094C-B521-475C-B46D-B409514894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0E94E175-FD43-CB3C-3547-0648ABDF130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2353C154-E833-5A14-5766-3AAE59A45A5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1" name="Pijl: rechts 50">
                  <a:extLst>
                    <a:ext uri="{FF2B5EF4-FFF2-40B4-BE49-F238E27FC236}">
                      <a16:creationId xmlns:a16="http://schemas.microsoft.com/office/drawing/2014/main" id="{962E9947-4AEE-90C6-9FBF-F880F5C385F1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3" name="Rechthoek 2">
            <a:extLst>
              <a:ext uri="{FF2B5EF4-FFF2-40B4-BE49-F238E27FC236}">
                <a16:creationId xmlns:a16="http://schemas.microsoft.com/office/drawing/2014/main" id="{85DACECB-2CFB-C198-0512-370A673F9C9D}"/>
              </a:ext>
            </a:extLst>
          </p:cNvPr>
          <p:cNvSpPr/>
          <p:nvPr userDrawn="1"/>
        </p:nvSpPr>
        <p:spPr>
          <a:xfrm>
            <a:off x="727164" y="6726402"/>
            <a:ext cx="11464836" cy="131598"/>
          </a:xfrm>
          <a:prstGeom prst="rect">
            <a:avLst/>
          </a:prstGeom>
          <a:gradFill>
            <a:gsLst>
              <a:gs pos="64000">
                <a:schemeClr val="accent1"/>
              </a:gs>
              <a:gs pos="100000">
                <a:srgbClr val="8ACEA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</p:spTree>
    <p:extLst>
      <p:ext uri="{BB962C8B-B14F-4D97-AF65-F5344CB8AC3E}">
        <p14:creationId xmlns:p14="http://schemas.microsoft.com/office/powerpoint/2010/main" val="276425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3086FA1E-1293-6B72-50B4-885E81B5464C}"/>
              </a:ext>
            </a:extLst>
          </p:cNvPr>
          <p:cNvSpPr/>
          <p:nvPr userDrawn="1"/>
        </p:nvSpPr>
        <p:spPr>
          <a:xfrm>
            <a:off x="727164" y="0"/>
            <a:ext cx="11464836" cy="685799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32F19E56-3D62-5608-CB0F-C4E261F92E59}"/>
              </a:ext>
            </a:extLst>
          </p:cNvPr>
          <p:cNvSpPr/>
          <p:nvPr userDrawn="1"/>
        </p:nvSpPr>
        <p:spPr>
          <a:xfrm>
            <a:off x="727164" y="6726402"/>
            <a:ext cx="11464836" cy="131598"/>
          </a:xfrm>
          <a:prstGeom prst="rect">
            <a:avLst/>
          </a:prstGeom>
          <a:gradFill>
            <a:gsLst>
              <a:gs pos="64000">
                <a:schemeClr val="accent1"/>
              </a:gs>
              <a:gs pos="100000">
                <a:srgbClr val="8ACEA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117" y="720000"/>
            <a:ext cx="10140158" cy="369025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158722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Tekst 2 kolommen</a:t>
            </a:r>
          </a:p>
        </p:txBody>
      </p:sp>
      <p:sp>
        <p:nvSpPr>
          <p:cNvPr id="6" name="Tijdelijke aanduiding voor tekst 6">
            <a:extLst>
              <a:ext uri="{FF2B5EF4-FFF2-40B4-BE49-F238E27FC236}">
                <a16:creationId xmlns:a16="http://schemas.microsoft.com/office/drawing/2014/main" id="{94E7C516-D6FE-07D5-1CFD-8411830E4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7" y="368300"/>
            <a:ext cx="10138235" cy="168113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sp>
        <p:nvSpPr>
          <p:cNvPr id="11" name="Tijdelijke aanduiding voor verticale tekst 2">
            <a:extLst>
              <a:ext uri="{FF2B5EF4-FFF2-40B4-BE49-F238E27FC236}">
                <a16:creationId xmlns:a16="http://schemas.microsoft.com/office/drawing/2014/main" id="{581EB9BA-BE88-9FF8-7AB2-ACCB94781430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331117" y="1593488"/>
            <a:ext cx="10140158" cy="4237200"/>
          </a:xfrm>
        </p:spPr>
        <p:txBody>
          <a:bodyPr vert="horz" numCol="2" spcCol="180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3B9EB176-9468-ED71-40DF-BD959067A9E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nl-NL"/>
              <a:t>Cerios template-set</a:t>
            </a:r>
          </a:p>
        </p:txBody>
      </p:sp>
      <p:sp>
        <p:nvSpPr>
          <p:cNvPr id="12" name="Tijdelijke aanduiding voor dianummer 11">
            <a:extLst>
              <a:ext uri="{FF2B5EF4-FFF2-40B4-BE49-F238E27FC236}">
                <a16:creationId xmlns:a16="http://schemas.microsoft.com/office/drawing/2014/main" id="{09FE00C0-BB75-56AF-9FAE-6F5D1ECD62B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grpSp>
        <p:nvGrpSpPr>
          <p:cNvPr id="14" name="INSTRUCTIE">
            <a:extLst>
              <a:ext uri="{FF2B5EF4-FFF2-40B4-BE49-F238E27FC236}">
                <a16:creationId xmlns:a16="http://schemas.microsoft.com/office/drawing/2014/main" id="{9D008DDA-F8A4-585B-2E98-88238EA5D2F6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A9CC530-6B79-DA55-78DC-D1A68D84A48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+mj-lt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B26938DF-EBDC-6AD1-2D7D-AB07FEA74914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E99A309-91E4-73AC-86E2-4F2F8709046B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4625" marR="0" lvl="0" indent="-17462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8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915B0C3D-135B-3098-4F5B-59390B6B114A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1114725C-8A55-B76D-338D-7049C5E0E725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46EBFDC4-12FA-E2A8-6B87-C5272982EBBB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5600" marR="0" lvl="1" indent="-1778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#1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58AE2CE5-8086-7C40-6260-5934A2C57F4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85D2280-D55A-737E-038C-5BEF7A1FBB03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1813" marR="0" lvl="2" indent="-17145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Segoe UI Light" panose="020B0502040204020203" pitchFamily="34" charset="0"/>
                <a:buChar char="–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#2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68A3BACB-9E6F-9E5C-05CE-5EBEDE3C968A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75A173A4-3F37-2EC7-0ADC-1BCC5679319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Leestekst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5B93B306-5B4D-2685-F6AC-8CF476FA483A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60FFF8A2-C362-CF0F-D557-DEF7727F49E2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600" b="1" kern="1200" noProof="0">
                  <a:solidFill>
                    <a:schemeClr val="accent3"/>
                  </a:solidFill>
                  <a:latin typeface="+mj-lt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3022CDE0-69E1-C663-D536-4143B83C89E6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5324D874-217F-62C6-541F-6FACBC289662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8288" marR="0" lvl="6" indent="-26828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Numerieke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1D3944DD-F89A-2D71-E4B3-81FE10FAF1E6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95A545E1-F831-0DE7-6D2E-9460C0EE0AE7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74638" marR="0" lvl="7" indent="-27463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Alfabetische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B79DD45F-EC67-5787-0B6F-0351693DBAA7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968D7520-708E-C1B0-698D-41B3C9767567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8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100" i="1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34" name="Ovaal 33">
              <a:extLst>
                <a:ext uri="{FF2B5EF4-FFF2-40B4-BE49-F238E27FC236}">
                  <a16:creationId xmlns:a16="http://schemas.microsoft.com/office/drawing/2014/main" id="{59FD26B9-5566-773D-95C1-AE9A887F5FF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5" name="Rechthoek 34">
              <a:extLst>
                <a:ext uri="{FF2B5EF4-FFF2-40B4-BE49-F238E27FC236}">
                  <a16:creationId xmlns:a16="http://schemas.microsoft.com/office/drawing/2014/main" id="{ACC68687-41B2-FB79-688A-FB3FD03FC43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400" b="1" kern="1200" cap="none" baseline="0" noProof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Subtitel #2</a:t>
              </a:r>
            </a:p>
          </p:txBody>
        </p:sp>
        <p:sp>
          <p:nvSpPr>
            <p:cNvPr id="36" name="Rechthoek 35">
              <a:extLst>
                <a:ext uri="{FF2B5EF4-FFF2-40B4-BE49-F238E27FC236}">
                  <a16:creationId xmlns:a16="http://schemas.microsoft.com/office/drawing/2014/main" id="{73342C05-5FAD-E6C0-1565-F731E0EA88BA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37" name="ICOON_info">
              <a:extLst>
                <a:ext uri="{FF2B5EF4-FFF2-40B4-BE49-F238E27FC236}">
                  <a16:creationId xmlns:a16="http://schemas.microsoft.com/office/drawing/2014/main" id="{F7A21977-95A2-F6E0-4634-48BD7FEA29EC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9" name="Ovaal 78">
                <a:extLst>
                  <a:ext uri="{FF2B5EF4-FFF2-40B4-BE49-F238E27FC236}">
                    <a16:creationId xmlns:a16="http://schemas.microsoft.com/office/drawing/2014/main" id="{BD589B4D-8D5A-FFB7-6FC5-B43B3675AAF7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Graphic 163" descr="Informatie">
                <a:extLst>
                  <a:ext uri="{FF2B5EF4-FFF2-40B4-BE49-F238E27FC236}">
                    <a16:creationId xmlns:a16="http://schemas.microsoft.com/office/drawing/2014/main" id="{A2D30C0B-3FEF-B7E4-266F-D26BD63C97A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8" name="VOORBEELD">
              <a:extLst>
                <a:ext uri="{FF2B5EF4-FFF2-40B4-BE49-F238E27FC236}">
                  <a16:creationId xmlns:a16="http://schemas.microsoft.com/office/drawing/2014/main" id="{DB5C8AD3-2EFD-214E-3644-572F33AB61F6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DCDCACC5-BE2D-7EA0-4437-403315545C2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7CEBF08D-70F2-8666-95AF-1ACD4D0976B4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6BE97F53-89AE-D56C-2484-7C1F38C9CE5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E3E0E643-1EC7-4859-E63A-EE09CB3E65E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61F69045-A353-7C59-773F-3BF266A8C23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595361D4-E6C4-3E48-0280-9A1658DFDC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4D907A3B-527D-AF87-C521-E8FC3B508EA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7E0D8F4F-9A48-C138-7B2F-7369DEB3533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48D5034F-4772-A19B-2BCE-B957930272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3" name="Pijl: rechts 72">
                  <a:extLst>
                    <a:ext uri="{FF2B5EF4-FFF2-40B4-BE49-F238E27FC236}">
                      <a16:creationId xmlns:a16="http://schemas.microsoft.com/office/drawing/2014/main" id="{D029AEA1-7DFF-8C09-7639-9B3E5CDA503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DA863DDF-E814-687B-D5DF-F0F9B61BDD0A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2316B298-8E31-AD93-21D7-2FC169ADAEB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0AFDAF3C-6B14-F951-5D10-A1A7712EC74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05EC562A-EF87-BE45-08F7-2C7F724F9F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58FB17BC-22D8-7AE0-B0FF-D597D25522C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B5493A87-B326-A371-2530-88A5A520A2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67A79E10-F587-A2AA-D97F-F4DFB63D185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6" name="Pijl: rechts 65">
                  <a:extLst>
                    <a:ext uri="{FF2B5EF4-FFF2-40B4-BE49-F238E27FC236}">
                      <a16:creationId xmlns:a16="http://schemas.microsoft.com/office/drawing/2014/main" id="{F0F74897-88E2-7A08-D7F9-0D04368799B9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3" name="Rechte verbindingslijn 42">
                <a:extLst>
                  <a:ext uri="{FF2B5EF4-FFF2-40B4-BE49-F238E27FC236}">
                    <a16:creationId xmlns:a16="http://schemas.microsoft.com/office/drawing/2014/main" id="{6ED60C84-A38F-15B9-EA89-A586859CBC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CFD47860-8B5D-1907-17F6-85FA8603E7A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63B03F18-6E55-2C05-AA8A-03167C69176B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28904D92-0B0C-3313-044F-EABC7ECFA43D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8F7B92B4-5104-F182-C407-8CF0499927F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7" name="Rechthoek 56">
                  <a:extLst>
                    <a:ext uri="{FF2B5EF4-FFF2-40B4-BE49-F238E27FC236}">
                      <a16:creationId xmlns:a16="http://schemas.microsoft.com/office/drawing/2014/main" id="{4470A00F-5F6D-0490-BF0C-135CF7413C9D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8" name="Groep 57">
                  <a:extLst>
                    <a:ext uri="{FF2B5EF4-FFF2-40B4-BE49-F238E27FC236}">
                      <a16:creationId xmlns:a16="http://schemas.microsoft.com/office/drawing/2014/main" id="{39D1A1F7-DCF3-ED24-9692-0B0124BA456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58E839ED-DBB1-874C-2E6A-51AE2916FA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F524E958-5A37-8F25-B626-3F434C4E98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49F4967A-A5F6-9673-D689-0ADB36CC25B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F4C1A6E-CD75-1401-7701-3E81C7AD4E3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77FA36A0-DADA-CB82-6CB5-8BCC06C01C1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9" name="Pijl: rechts 58">
                  <a:extLst>
                    <a:ext uri="{FF2B5EF4-FFF2-40B4-BE49-F238E27FC236}">
                      <a16:creationId xmlns:a16="http://schemas.microsoft.com/office/drawing/2014/main" id="{E7293A9A-C684-AA3F-7A17-6365F2FC2650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855B1FC-15DA-BFBC-B10E-D89526F42552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9" name="Rechthoek 48">
                  <a:extLst>
                    <a:ext uri="{FF2B5EF4-FFF2-40B4-BE49-F238E27FC236}">
                      <a16:creationId xmlns:a16="http://schemas.microsoft.com/office/drawing/2014/main" id="{81996925-D895-2024-9BB0-50818582FAF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0" name="Groep 49">
                  <a:extLst>
                    <a:ext uri="{FF2B5EF4-FFF2-40B4-BE49-F238E27FC236}">
                      <a16:creationId xmlns:a16="http://schemas.microsoft.com/office/drawing/2014/main" id="{DD71F42F-44EB-F27E-8517-AE5CF822801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2D87A5EF-9BFC-FCDC-344F-6AFAA3AA7E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5713F516-900D-051D-811F-51BE5054181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2FD7094C-B521-475C-B46D-B409514894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0E94E175-FD43-CB3C-3547-0648ABDF130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2353C154-E833-5A14-5766-3AAE59A45A5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1" name="Pijl: rechts 50">
                  <a:extLst>
                    <a:ext uri="{FF2B5EF4-FFF2-40B4-BE49-F238E27FC236}">
                      <a16:creationId xmlns:a16="http://schemas.microsoft.com/office/drawing/2014/main" id="{962E9947-4AEE-90C6-9FBF-F880F5C385F1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92645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4B3A4408-4A41-3D25-3446-FB8F64949FC9}"/>
              </a:ext>
            </a:extLst>
          </p:cNvPr>
          <p:cNvSpPr/>
          <p:nvPr userDrawn="1"/>
        </p:nvSpPr>
        <p:spPr>
          <a:xfrm>
            <a:off x="727164" y="0"/>
            <a:ext cx="11464836" cy="685799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BEDE2371-CFC1-2D79-E97D-39D81841B445}"/>
              </a:ext>
            </a:extLst>
          </p:cNvPr>
          <p:cNvSpPr/>
          <p:nvPr userDrawn="1"/>
        </p:nvSpPr>
        <p:spPr>
          <a:xfrm>
            <a:off x="727164" y="6726402"/>
            <a:ext cx="11464836" cy="131598"/>
          </a:xfrm>
          <a:prstGeom prst="rect">
            <a:avLst/>
          </a:prstGeom>
          <a:gradFill>
            <a:gsLst>
              <a:gs pos="64000">
                <a:schemeClr val="accent1"/>
              </a:gs>
              <a:gs pos="100000">
                <a:srgbClr val="8ACEA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117" y="720000"/>
            <a:ext cx="10140158" cy="369025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158722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Tekst 3 kolommen</a:t>
            </a:r>
          </a:p>
        </p:txBody>
      </p:sp>
      <p:sp>
        <p:nvSpPr>
          <p:cNvPr id="6" name="Tijdelijke aanduiding voor tekst 6">
            <a:extLst>
              <a:ext uri="{FF2B5EF4-FFF2-40B4-BE49-F238E27FC236}">
                <a16:creationId xmlns:a16="http://schemas.microsoft.com/office/drawing/2014/main" id="{94E7C516-D6FE-07D5-1CFD-8411830E4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7" y="368300"/>
            <a:ext cx="10138235" cy="168113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sp>
        <p:nvSpPr>
          <p:cNvPr id="11" name="Tijdelijke aanduiding voor verticale tekst 2">
            <a:extLst>
              <a:ext uri="{FF2B5EF4-FFF2-40B4-BE49-F238E27FC236}">
                <a16:creationId xmlns:a16="http://schemas.microsoft.com/office/drawing/2014/main" id="{581EB9BA-BE88-9FF8-7AB2-ACCB94781430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331117" y="1593488"/>
            <a:ext cx="10140158" cy="4237200"/>
          </a:xfrm>
        </p:spPr>
        <p:txBody>
          <a:bodyPr vert="horz" numCol="3" spcCol="180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3B9EB176-9468-ED71-40DF-BD959067A9E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nl-NL"/>
              <a:t>Cerios template-set</a:t>
            </a:r>
          </a:p>
        </p:txBody>
      </p:sp>
      <p:sp>
        <p:nvSpPr>
          <p:cNvPr id="12" name="Tijdelijke aanduiding voor dianummer 11">
            <a:extLst>
              <a:ext uri="{FF2B5EF4-FFF2-40B4-BE49-F238E27FC236}">
                <a16:creationId xmlns:a16="http://schemas.microsoft.com/office/drawing/2014/main" id="{09FE00C0-BB75-56AF-9FAE-6F5D1ECD62B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grpSp>
        <p:nvGrpSpPr>
          <p:cNvPr id="14" name="INSTRUCTIE">
            <a:extLst>
              <a:ext uri="{FF2B5EF4-FFF2-40B4-BE49-F238E27FC236}">
                <a16:creationId xmlns:a16="http://schemas.microsoft.com/office/drawing/2014/main" id="{9D008DDA-F8A4-585B-2E98-88238EA5D2F6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A9CC530-6B79-DA55-78DC-D1A68D84A48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+mj-lt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B26938DF-EBDC-6AD1-2D7D-AB07FEA74914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E99A309-91E4-73AC-86E2-4F2F8709046B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4625" marR="0" lvl="0" indent="-17462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8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915B0C3D-135B-3098-4F5B-59390B6B114A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1114725C-8A55-B76D-338D-7049C5E0E725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46EBFDC4-12FA-E2A8-6B87-C5272982EBBB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5600" marR="0" lvl="1" indent="-1778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#1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58AE2CE5-8086-7C40-6260-5934A2C57F4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85D2280-D55A-737E-038C-5BEF7A1FBB03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1813" marR="0" lvl="2" indent="-17145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Segoe UI Light" panose="020B0502040204020203" pitchFamily="34" charset="0"/>
                <a:buChar char="–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#2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68A3BACB-9E6F-9E5C-05CE-5EBEDE3C968A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75A173A4-3F37-2EC7-0ADC-1BCC5679319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Leestekst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5B93B306-5B4D-2685-F6AC-8CF476FA483A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60FFF8A2-C362-CF0F-D557-DEF7727F49E2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600" b="1" kern="1200" noProof="0">
                  <a:solidFill>
                    <a:schemeClr val="accent3"/>
                  </a:solidFill>
                  <a:latin typeface="+mj-lt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3022CDE0-69E1-C663-D536-4143B83C89E6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5324D874-217F-62C6-541F-6FACBC289662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8288" marR="0" lvl="6" indent="-26828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Numerieke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1D3944DD-F89A-2D71-E4B3-81FE10FAF1E6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95A545E1-F831-0DE7-6D2E-9460C0EE0AE7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74638" marR="0" lvl="7" indent="-27463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Alfabetische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B79DD45F-EC67-5787-0B6F-0351693DBAA7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968D7520-708E-C1B0-698D-41B3C9767567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8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100" i="1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34" name="Ovaal 33">
              <a:extLst>
                <a:ext uri="{FF2B5EF4-FFF2-40B4-BE49-F238E27FC236}">
                  <a16:creationId xmlns:a16="http://schemas.microsoft.com/office/drawing/2014/main" id="{59FD26B9-5566-773D-95C1-AE9A887F5FF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5" name="Rechthoek 34">
              <a:extLst>
                <a:ext uri="{FF2B5EF4-FFF2-40B4-BE49-F238E27FC236}">
                  <a16:creationId xmlns:a16="http://schemas.microsoft.com/office/drawing/2014/main" id="{ACC68687-41B2-FB79-688A-FB3FD03FC43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400" b="1" kern="1200" cap="none" baseline="0" noProof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Subtitel #2</a:t>
              </a:r>
            </a:p>
          </p:txBody>
        </p:sp>
        <p:sp>
          <p:nvSpPr>
            <p:cNvPr id="36" name="Rechthoek 35">
              <a:extLst>
                <a:ext uri="{FF2B5EF4-FFF2-40B4-BE49-F238E27FC236}">
                  <a16:creationId xmlns:a16="http://schemas.microsoft.com/office/drawing/2014/main" id="{73342C05-5FAD-E6C0-1565-F731E0EA88BA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37" name="ICOON_info">
              <a:extLst>
                <a:ext uri="{FF2B5EF4-FFF2-40B4-BE49-F238E27FC236}">
                  <a16:creationId xmlns:a16="http://schemas.microsoft.com/office/drawing/2014/main" id="{F7A21977-95A2-F6E0-4634-48BD7FEA29EC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9" name="Ovaal 78">
                <a:extLst>
                  <a:ext uri="{FF2B5EF4-FFF2-40B4-BE49-F238E27FC236}">
                    <a16:creationId xmlns:a16="http://schemas.microsoft.com/office/drawing/2014/main" id="{BD589B4D-8D5A-FFB7-6FC5-B43B3675AAF7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Graphic 163" descr="Informatie">
                <a:extLst>
                  <a:ext uri="{FF2B5EF4-FFF2-40B4-BE49-F238E27FC236}">
                    <a16:creationId xmlns:a16="http://schemas.microsoft.com/office/drawing/2014/main" id="{A2D30C0B-3FEF-B7E4-266F-D26BD63C97A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8" name="VOORBEELD">
              <a:extLst>
                <a:ext uri="{FF2B5EF4-FFF2-40B4-BE49-F238E27FC236}">
                  <a16:creationId xmlns:a16="http://schemas.microsoft.com/office/drawing/2014/main" id="{DB5C8AD3-2EFD-214E-3644-572F33AB61F6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DCDCACC5-BE2D-7EA0-4437-403315545C2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7CEBF08D-70F2-8666-95AF-1ACD4D0976B4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6BE97F53-89AE-D56C-2484-7C1F38C9CE5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E3E0E643-1EC7-4859-E63A-EE09CB3E65E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61F69045-A353-7C59-773F-3BF266A8C23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595361D4-E6C4-3E48-0280-9A1658DFDC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4D907A3B-527D-AF87-C521-E8FC3B508EA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7E0D8F4F-9A48-C138-7B2F-7369DEB3533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48D5034F-4772-A19B-2BCE-B957930272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3" name="Pijl: rechts 72">
                  <a:extLst>
                    <a:ext uri="{FF2B5EF4-FFF2-40B4-BE49-F238E27FC236}">
                      <a16:creationId xmlns:a16="http://schemas.microsoft.com/office/drawing/2014/main" id="{D029AEA1-7DFF-8C09-7639-9B3E5CDA503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DA863DDF-E814-687B-D5DF-F0F9B61BDD0A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2316B298-8E31-AD93-21D7-2FC169ADAEB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0AFDAF3C-6B14-F951-5D10-A1A7712EC74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05EC562A-EF87-BE45-08F7-2C7F724F9F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58FB17BC-22D8-7AE0-B0FF-D597D25522C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B5493A87-B326-A371-2530-88A5A520A2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67A79E10-F587-A2AA-D97F-F4DFB63D185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6" name="Pijl: rechts 65">
                  <a:extLst>
                    <a:ext uri="{FF2B5EF4-FFF2-40B4-BE49-F238E27FC236}">
                      <a16:creationId xmlns:a16="http://schemas.microsoft.com/office/drawing/2014/main" id="{F0F74897-88E2-7A08-D7F9-0D04368799B9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3" name="Rechte verbindingslijn 42">
                <a:extLst>
                  <a:ext uri="{FF2B5EF4-FFF2-40B4-BE49-F238E27FC236}">
                    <a16:creationId xmlns:a16="http://schemas.microsoft.com/office/drawing/2014/main" id="{6ED60C84-A38F-15B9-EA89-A586859CBC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CFD47860-8B5D-1907-17F6-85FA8603E7A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63B03F18-6E55-2C05-AA8A-03167C69176B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28904D92-0B0C-3313-044F-EABC7ECFA43D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8F7B92B4-5104-F182-C407-8CF0499927F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7" name="Rechthoek 56">
                  <a:extLst>
                    <a:ext uri="{FF2B5EF4-FFF2-40B4-BE49-F238E27FC236}">
                      <a16:creationId xmlns:a16="http://schemas.microsoft.com/office/drawing/2014/main" id="{4470A00F-5F6D-0490-BF0C-135CF7413C9D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8" name="Groep 57">
                  <a:extLst>
                    <a:ext uri="{FF2B5EF4-FFF2-40B4-BE49-F238E27FC236}">
                      <a16:creationId xmlns:a16="http://schemas.microsoft.com/office/drawing/2014/main" id="{39D1A1F7-DCF3-ED24-9692-0B0124BA456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58E839ED-DBB1-874C-2E6A-51AE2916FA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F524E958-5A37-8F25-B626-3F434C4E98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49F4967A-A5F6-9673-D689-0ADB36CC25B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F4C1A6E-CD75-1401-7701-3E81C7AD4E3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77FA36A0-DADA-CB82-6CB5-8BCC06C01C1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9" name="Pijl: rechts 58">
                  <a:extLst>
                    <a:ext uri="{FF2B5EF4-FFF2-40B4-BE49-F238E27FC236}">
                      <a16:creationId xmlns:a16="http://schemas.microsoft.com/office/drawing/2014/main" id="{E7293A9A-C684-AA3F-7A17-6365F2FC2650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855B1FC-15DA-BFBC-B10E-D89526F42552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9" name="Rechthoek 48">
                  <a:extLst>
                    <a:ext uri="{FF2B5EF4-FFF2-40B4-BE49-F238E27FC236}">
                      <a16:creationId xmlns:a16="http://schemas.microsoft.com/office/drawing/2014/main" id="{81996925-D895-2024-9BB0-50818582FAF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0" name="Groep 49">
                  <a:extLst>
                    <a:ext uri="{FF2B5EF4-FFF2-40B4-BE49-F238E27FC236}">
                      <a16:creationId xmlns:a16="http://schemas.microsoft.com/office/drawing/2014/main" id="{DD71F42F-44EB-F27E-8517-AE5CF822801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2D87A5EF-9BFC-FCDC-344F-6AFAA3AA7E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5713F516-900D-051D-811F-51BE5054181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2FD7094C-B521-475C-B46D-B409514894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0E94E175-FD43-CB3C-3547-0648ABDF130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2353C154-E833-5A14-5766-3AAE59A45A5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1" name="Pijl: rechts 50">
                  <a:extLst>
                    <a:ext uri="{FF2B5EF4-FFF2-40B4-BE49-F238E27FC236}">
                      <a16:creationId xmlns:a16="http://schemas.microsoft.com/office/drawing/2014/main" id="{962E9947-4AEE-90C6-9FBF-F880F5C385F1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89102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afbeelding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CCEFC16C-13E3-5835-CEB8-D76E162FD9B9}"/>
              </a:ext>
            </a:extLst>
          </p:cNvPr>
          <p:cNvSpPr/>
          <p:nvPr userDrawn="1"/>
        </p:nvSpPr>
        <p:spPr>
          <a:xfrm>
            <a:off x="727164" y="0"/>
            <a:ext cx="11464836" cy="685799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79C5425B-B379-E5B5-6C10-DE82B2F10AEB}"/>
              </a:ext>
            </a:extLst>
          </p:cNvPr>
          <p:cNvSpPr/>
          <p:nvPr userDrawn="1"/>
        </p:nvSpPr>
        <p:spPr>
          <a:xfrm>
            <a:off x="727164" y="6726402"/>
            <a:ext cx="11464836" cy="131598"/>
          </a:xfrm>
          <a:prstGeom prst="rect">
            <a:avLst/>
          </a:prstGeom>
          <a:gradFill>
            <a:gsLst>
              <a:gs pos="64000">
                <a:schemeClr val="accent1"/>
              </a:gs>
              <a:gs pos="100000">
                <a:srgbClr val="8ACEA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0837" y="720000"/>
            <a:ext cx="5643378" cy="855929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185345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Tekst + afbeelding (S)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31117" y="2029216"/>
            <a:ext cx="5642308" cy="3803258"/>
          </a:xfrm>
        </p:spPr>
        <p:txBody>
          <a:bodyPr/>
          <a:lstStyle/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</p:txBody>
      </p:sp>
      <p:sp>
        <p:nvSpPr>
          <p:cNvPr id="6" name="Tijdelijke aanduiding voor tekst 6">
            <a:extLst>
              <a:ext uri="{FF2B5EF4-FFF2-40B4-BE49-F238E27FC236}">
                <a16:creationId xmlns:a16="http://schemas.microsoft.com/office/drawing/2014/main" id="{94E7C516-D6FE-07D5-1CFD-8411830E4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7" y="368300"/>
            <a:ext cx="5642308" cy="168113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sp>
        <p:nvSpPr>
          <p:cNvPr id="2" name="Tijdelijke aanduiding voor afbeelding 16">
            <a:extLst>
              <a:ext uri="{FF2B5EF4-FFF2-40B4-BE49-F238E27FC236}">
                <a16:creationId xmlns:a16="http://schemas.microsoft.com/office/drawing/2014/main" id="{275C00FF-F15B-277F-0017-BC9296D00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70498" y="0"/>
            <a:ext cx="3902364" cy="5856288"/>
          </a:xfrm>
          <a:solidFill>
            <a:schemeClr val="bg1"/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Klik op onderstaand pictogram 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14" name="Tijdelijke aanduiding voor voettekst 13">
            <a:extLst>
              <a:ext uri="{FF2B5EF4-FFF2-40B4-BE49-F238E27FC236}">
                <a16:creationId xmlns:a16="http://schemas.microsoft.com/office/drawing/2014/main" id="{80FC5369-8899-7443-FC70-ED6A1B2683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nl-NL" err="1"/>
              <a:t>Cerios</a:t>
            </a:r>
            <a:r>
              <a:rPr lang="nl-NL"/>
              <a:t> template-set</a:t>
            </a:r>
          </a:p>
        </p:txBody>
      </p:sp>
      <p:sp>
        <p:nvSpPr>
          <p:cNvPr id="15" name="Tijdelijke aanduiding voor dianummer 14">
            <a:extLst>
              <a:ext uri="{FF2B5EF4-FFF2-40B4-BE49-F238E27FC236}">
                <a16:creationId xmlns:a16="http://schemas.microsoft.com/office/drawing/2014/main" id="{4BDCCFDC-CC68-42DB-14E0-6AD9FADA055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grpSp>
        <p:nvGrpSpPr>
          <p:cNvPr id="22" name="INSTRUCTIE">
            <a:extLst>
              <a:ext uri="{FF2B5EF4-FFF2-40B4-BE49-F238E27FC236}">
                <a16:creationId xmlns:a16="http://schemas.microsoft.com/office/drawing/2014/main" id="{B1EC362C-B673-4788-80AE-891FD5E0DB8D}"/>
              </a:ext>
            </a:extLst>
          </p:cNvPr>
          <p:cNvGrpSpPr/>
          <p:nvPr userDrawn="1"/>
        </p:nvGrpSpPr>
        <p:grpSpPr>
          <a:xfrm>
            <a:off x="12377595" y="0"/>
            <a:ext cx="3693386" cy="5270646"/>
            <a:chOff x="-3786437" y="0"/>
            <a:chExt cx="3693386" cy="5270646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D286383C-4251-1441-ECE6-115DC56E0FBB}"/>
                </a:ext>
              </a:extLst>
            </p:cNvPr>
            <p:cNvSpPr/>
            <p:nvPr userDrawn="1"/>
          </p:nvSpPr>
          <p:spPr>
            <a:xfrm>
              <a:off x="-3786437" y="444264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1F80C2F5-9A9D-3EA5-614F-276B8C51FC16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44079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310470D1-5D47-81E8-1491-08532E0E1BF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68F2550E-BA84-99D1-6D78-C8C25EE81CFE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5598227C-730E-D482-EBEF-A597C5DD767B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8802284D-3063-B4C3-3E32-CABB2860CCFE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Ovaal 56">
                <a:extLst>
                  <a:ext uri="{FF2B5EF4-FFF2-40B4-BE49-F238E27FC236}">
                    <a16:creationId xmlns:a16="http://schemas.microsoft.com/office/drawing/2014/main" id="{485AC636-BA95-8498-29E0-B995D1F4BEA8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" name="Vrije vorm: vorm 57">
                <a:extLst>
                  <a:ext uri="{FF2B5EF4-FFF2-40B4-BE49-F238E27FC236}">
                    <a16:creationId xmlns:a16="http://schemas.microsoft.com/office/drawing/2014/main" id="{5406A405-3CD1-0758-E79C-A4A85CC9FE77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: afgeronde hoeken 58">
                <a:extLst>
                  <a:ext uri="{FF2B5EF4-FFF2-40B4-BE49-F238E27FC236}">
                    <a16:creationId xmlns:a16="http://schemas.microsoft.com/office/drawing/2014/main" id="{D994BE1F-88E0-C185-F321-1BE16599FF5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60" name="Rechte verbindingslijn 59">
                <a:extLst>
                  <a:ext uri="{FF2B5EF4-FFF2-40B4-BE49-F238E27FC236}">
                    <a16:creationId xmlns:a16="http://schemas.microsoft.com/office/drawing/2014/main" id="{D598D304-B64A-5EC3-443A-59DBA23CBC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Rechte verbindingslijn 60">
                <a:extLst>
                  <a:ext uri="{FF2B5EF4-FFF2-40B4-BE49-F238E27FC236}">
                    <a16:creationId xmlns:a16="http://schemas.microsoft.com/office/drawing/2014/main" id="{31614365-6C95-11B6-9E10-59AF3DED2F97}"/>
                  </a:ext>
                </a:extLst>
              </p:cNvPr>
              <p:cNvCxnSpPr>
                <a:cxnSpLocks/>
                <a:stCxn id="59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CB1E7EC7-FFDD-1241-9EB0-34F592010D3C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5E3F58BA-37C4-0EE0-BD43-861F600D0547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F92BE1C8-3308-E5A7-EB9A-AC24202CF86A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53" name="Rechthoek 52">
                <a:extLst>
                  <a:ext uri="{FF2B5EF4-FFF2-40B4-BE49-F238E27FC236}">
                    <a16:creationId xmlns:a16="http://schemas.microsoft.com/office/drawing/2014/main" id="{85529B23-F3EF-C155-CC2B-8C1EEB64EEA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54" name="Rechte verbindingslijn 53">
                <a:extLst>
                  <a:ext uri="{FF2B5EF4-FFF2-40B4-BE49-F238E27FC236}">
                    <a16:creationId xmlns:a16="http://schemas.microsoft.com/office/drawing/2014/main" id="{112842EF-F24D-8F21-3A58-D8D4F5129FCA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55" name="Gelijkbenige driehoek 54">
                <a:extLst>
                  <a:ext uri="{FF2B5EF4-FFF2-40B4-BE49-F238E27FC236}">
                    <a16:creationId xmlns:a16="http://schemas.microsoft.com/office/drawing/2014/main" id="{6962C658-465E-F4BE-2963-1B31E009EFF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766D4078-5DCE-B48E-DA95-94DE4E2612E0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A765514F-D06D-C734-04F0-E2F9D1119ABE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33" name="Groep 32">
              <a:extLst>
                <a:ext uri="{FF2B5EF4-FFF2-40B4-BE49-F238E27FC236}">
                  <a16:creationId xmlns:a16="http://schemas.microsoft.com/office/drawing/2014/main" id="{1069A8C3-8C62-823F-5C04-61A89F4B4C58}"/>
                </a:ext>
              </a:extLst>
            </p:cNvPr>
            <p:cNvGrpSpPr/>
            <p:nvPr userDrawn="1"/>
          </p:nvGrpSpPr>
          <p:grpSpPr>
            <a:xfrm>
              <a:off x="-3408294" y="3643742"/>
              <a:ext cx="622283" cy="612920"/>
              <a:chOff x="12617641" y="3403239"/>
              <a:chExt cx="752963" cy="741634"/>
            </a:xfrm>
          </p:grpSpPr>
          <p:grpSp>
            <p:nvGrpSpPr>
              <p:cNvPr id="37" name="Groep 36">
                <a:extLst>
                  <a:ext uri="{FF2B5EF4-FFF2-40B4-BE49-F238E27FC236}">
                    <a16:creationId xmlns:a16="http://schemas.microsoft.com/office/drawing/2014/main" id="{8E61AE53-8339-E6DD-6929-7C937F35469F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CFAF466D-BFD1-D722-BD20-7C816771A9BF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7" name="Groep 46">
                    <a:extLst>
                      <a:ext uri="{FF2B5EF4-FFF2-40B4-BE49-F238E27FC236}">
                        <a16:creationId xmlns:a16="http://schemas.microsoft.com/office/drawing/2014/main" id="{740E4F59-1D49-50A6-2BC1-C5E00295F65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0" name="Rechthoek 49">
                      <a:extLst>
                        <a:ext uri="{FF2B5EF4-FFF2-40B4-BE49-F238E27FC236}">
                          <a16:creationId xmlns:a16="http://schemas.microsoft.com/office/drawing/2014/main" id="{E5F9C931-A281-B8C1-AD07-C7A8B3074DD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1" name="Rechthoek 50">
                      <a:extLst>
                        <a:ext uri="{FF2B5EF4-FFF2-40B4-BE49-F238E27FC236}">
                          <a16:creationId xmlns:a16="http://schemas.microsoft.com/office/drawing/2014/main" id="{C6E6D4D3-1D8F-2CA7-9BB0-2A98F241688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2" name="Ovaal 51">
                      <a:extLst>
                        <a:ext uri="{FF2B5EF4-FFF2-40B4-BE49-F238E27FC236}">
                          <a16:creationId xmlns:a16="http://schemas.microsoft.com/office/drawing/2014/main" id="{1A2DFAE6-D4F4-85CB-9B03-CF813980986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8" name="Afbeelding 47">
                    <a:extLst>
                      <a:ext uri="{FF2B5EF4-FFF2-40B4-BE49-F238E27FC236}">
                        <a16:creationId xmlns:a16="http://schemas.microsoft.com/office/drawing/2014/main" id="{323D5AB8-F504-5F02-38EB-0257999D163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9" name="Afbeelding 48">
                    <a:extLst>
                      <a:ext uri="{FF2B5EF4-FFF2-40B4-BE49-F238E27FC236}">
                        <a16:creationId xmlns:a16="http://schemas.microsoft.com/office/drawing/2014/main" id="{D7D703D1-54F4-B8A0-0055-31FB269D2B3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F0601848-31B7-18DF-43BB-21A271111D7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92E579F0-8D39-757B-1456-0E866179305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DD83AC5A-29A6-1763-03AE-60D687AC47A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DF0C0EAD-D049-DFA3-ABCE-E702C4AB70D9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B125E541-A717-1837-DA4E-AF6D1854730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3B01E37C-5DAC-BDC0-D995-D490D4421AC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31009A93-2853-F2A4-AA89-07454F414A93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9" name="Gelijkbenige driehoek 38">
                <a:extLst>
                  <a:ext uri="{FF2B5EF4-FFF2-40B4-BE49-F238E27FC236}">
                    <a16:creationId xmlns:a16="http://schemas.microsoft.com/office/drawing/2014/main" id="{646E46F8-53C6-8BED-5DAC-78AF313960AE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ICOON_info">
              <a:extLst>
                <a:ext uri="{FF2B5EF4-FFF2-40B4-BE49-F238E27FC236}">
                  <a16:creationId xmlns:a16="http://schemas.microsoft.com/office/drawing/2014/main" id="{544AF02A-C894-C647-9FE4-7BC2C867009D}"/>
                </a:ext>
              </a:extLst>
            </p:cNvPr>
            <p:cNvGrpSpPr/>
            <p:nvPr userDrawn="1"/>
          </p:nvGrpSpPr>
          <p:grpSpPr>
            <a:xfrm>
              <a:off x="-376736" y="4271597"/>
              <a:ext cx="283685" cy="283685"/>
              <a:chOff x="-510741" y="5913713"/>
              <a:chExt cx="267555" cy="267555"/>
            </a:xfrm>
          </p:grpSpPr>
          <p:sp>
            <p:nvSpPr>
              <p:cNvPr id="35" name="Ovaal 34">
                <a:extLst>
                  <a:ext uri="{FF2B5EF4-FFF2-40B4-BE49-F238E27FC236}">
                    <a16:creationId xmlns:a16="http://schemas.microsoft.com/office/drawing/2014/main" id="{42A11830-4FDB-74A0-8BBD-9037C58B9D4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Graphic 163" descr="Informatie">
                <a:extLst>
                  <a:ext uri="{FF2B5EF4-FFF2-40B4-BE49-F238E27FC236}">
                    <a16:creationId xmlns:a16="http://schemas.microsoft.com/office/drawing/2014/main" id="{DE84FEF9-98BF-3899-45B2-B84BA72E1CE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62" name="INSTRUCTIE">
            <a:extLst>
              <a:ext uri="{FF2B5EF4-FFF2-40B4-BE49-F238E27FC236}">
                <a16:creationId xmlns:a16="http://schemas.microsoft.com/office/drawing/2014/main" id="{7CD4AD4A-5F94-6391-5D24-FE494F7021C8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38DFECC2-8BCE-E9C7-2588-92C14170C63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+mj-lt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64" name="Ovaal 63">
              <a:extLst>
                <a:ext uri="{FF2B5EF4-FFF2-40B4-BE49-F238E27FC236}">
                  <a16:creationId xmlns:a16="http://schemas.microsoft.com/office/drawing/2014/main" id="{B601E202-99D5-BD7C-348B-6BCBE502D786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6CFF1E85-F9A0-892C-803F-48666F03380B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4625" marR="0" lvl="0" indent="-17462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8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628EE85A-DBFC-18E5-4EDD-F0BF7D5B3176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BD594B1D-1B0A-9477-C91A-7B449960027A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E290974C-13EA-5B7E-0496-B70F545C2919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5600" marR="0" lvl="1" indent="-1778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#1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5DD141C0-32C7-406E-983A-AB4ADEFA68A0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70" name="Rechthoek 69">
              <a:extLst>
                <a:ext uri="{FF2B5EF4-FFF2-40B4-BE49-F238E27FC236}">
                  <a16:creationId xmlns:a16="http://schemas.microsoft.com/office/drawing/2014/main" id="{A06F678B-CCCC-4C4F-583C-956DA486A6D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1813" marR="0" lvl="2" indent="-17145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Segoe UI Light" panose="020B0502040204020203" pitchFamily="34" charset="0"/>
                <a:buChar char="–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#2</a:t>
              </a:r>
            </a:p>
          </p:txBody>
        </p:sp>
        <p:sp>
          <p:nvSpPr>
            <p:cNvPr id="71" name="Ovaal 70">
              <a:extLst>
                <a:ext uri="{FF2B5EF4-FFF2-40B4-BE49-F238E27FC236}">
                  <a16:creationId xmlns:a16="http://schemas.microsoft.com/office/drawing/2014/main" id="{43A4F0D9-1B87-21E8-1E25-8123CBE52A5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2264C035-4CB1-CED6-1BB5-6D09201B29CF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Leestekst</a:t>
              </a:r>
            </a:p>
          </p:txBody>
        </p:sp>
        <p:sp>
          <p:nvSpPr>
            <p:cNvPr id="73" name="Ovaal 72">
              <a:extLst>
                <a:ext uri="{FF2B5EF4-FFF2-40B4-BE49-F238E27FC236}">
                  <a16:creationId xmlns:a16="http://schemas.microsoft.com/office/drawing/2014/main" id="{73F767FF-672C-AB2F-0F40-36C514E74373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B97644EF-920A-670D-8074-A54B52043FDB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600" b="1" kern="1200" noProof="0">
                  <a:solidFill>
                    <a:schemeClr val="accent3"/>
                  </a:solidFill>
                  <a:latin typeface="+mj-lt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4C588E8B-4C63-40EE-361A-9D1867BAE9A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1261B5DF-4E95-DD5F-CC2B-2DA81B120977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8288" marR="0" lvl="6" indent="-26828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Numerieke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Ovaal 76">
              <a:extLst>
                <a:ext uri="{FF2B5EF4-FFF2-40B4-BE49-F238E27FC236}">
                  <a16:creationId xmlns:a16="http://schemas.microsoft.com/office/drawing/2014/main" id="{64E3E013-CCF3-CFE1-E244-CE407B2F564A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470C46B3-3D16-4EC2-E916-FD3F48097B16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74638" marR="0" lvl="7" indent="-27463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Alfabetische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690FC8A9-772B-D838-A58E-DF1F1FF84834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C8210ADB-DE7F-2F40-676E-1C137B0C9E49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8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100" i="1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81" name="Ovaal 80">
              <a:extLst>
                <a:ext uri="{FF2B5EF4-FFF2-40B4-BE49-F238E27FC236}">
                  <a16:creationId xmlns:a16="http://schemas.microsoft.com/office/drawing/2014/main" id="{AD0E153E-7B3A-E696-5E1B-C126DDF805E2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88CF537F-0750-6456-0F22-AF2AFF9678CF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400" b="1" kern="1200" cap="none" baseline="0" noProof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Subtitel #2</a:t>
              </a:r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893808FF-7FD1-0C57-466B-6C277D5DABB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84" name="ICOON_info">
              <a:extLst>
                <a:ext uri="{FF2B5EF4-FFF2-40B4-BE49-F238E27FC236}">
                  <a16:creationId xmlns:a16="http://schemas.microsoft.com/office/drawing/2014/main" id="{128BD48A-0F2F-6CA6-DDE4-FC29F34E3800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26" name="Ovaal 125">
                <a:extLst>
                  <a:ext uri="{FF2B5EF4-FFF2-40B4-BE49-F238E27FC236}">
                    <a16:creationId xmlns:a16="http://schemas.microsoft.com/office/drawing/2014/main" id="{9C3CE7B3-9AC1-4EDF-96D9-B84FCE02C1D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7" name="Graphic 163" descr="Informatie">
                <a:extLst>
                  <a:ext uri="{FF2B5EF4-FFF2-40B4-BE49-F238E27FC236}">
                    <a16:creationId xmlns:a16="http://schemas.microsoft.com/office/drawing/2014/main" id="{2FF05E1C-13FF-1D24-8292-DB38BAE10D4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5" name="VOORBEELD">
              <a:extLst>
                <a:ext uri="{FF2B5EF4-FFF2-40B4-BE49-F238E27FC236}">
                  <a16:creationId xmlns:a16="http://schemas.microsoft.com/office/drawing/2014/main" id="{E0E13163-7A8B-8BD3-4F0B-22C632B1D15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86" name="Rechthoek 85">
                <a:extLst>
                  <a:ext uri="{FF2B5EF4-FFF2-40B4-BE49-F238E27FC236}">
                    <a16:creationId xmlns:a16="http://schemas.microsoft.com/office/drawing/2014/main" id="{02D416CD-3FAB-E5F0-D684-CEBE2CBD531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563B2353-DE8A-3BF3-5F66-96A43A885E1E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8" name="Groep 87">
                <a:extLst>
                  <a:ext uri="{FF2B5EF4-FFF2-40B4-BE49-F238E27FC236}">
                    <a16:creationId xmlns:a16="http://schemas.microsoft.com/office/drawing/2014/main" id="{8D7C5840-7967-A553-B515-8D0DA6602F8A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19" name="Groep 118">
                  <a:extLst>
                    <a:ext uri="{FF2B5EF4-FFF2-40B4-BE49-F238E27FC236}">
                      <a16:creationId xmlns:a16="http://schemas.microsoft.com/office/drawing/2014/main" id="{B86E7512-9CAC-F2D2-F539-7239602C62E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21" name="Rechte verbindingslijn 120">
                    <a:extLst>
                      <a:ext uri="{FF2B5EF4-FFF2-40B4-BE49-F238E27FC236}">
                        <a16:creationId xmlns:a16="http://schemas.microsoft.com/office/drawing/2014/main" id="{9F994D9E-9FB7-91A3-B3E6-6DC05783B1C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2" name="Rechte verbindingslijn 121">
                    <a:extLst>
                      <a:ext uri="{FF2B5EF4-FFF2-40B4-BE49-F238E27FC236}">
                        <a16:creationId xmlns:a16="http://schemas.microsoft.com/office/drawing/2014/main" id="{7D274C99-5B92-FF7F-ADA0-D6337C7D7E8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3" name="Rechte verbindingslijn 122">
                    <a:extLst>
                      <a:ext uri="{FF2B5EF4-FFF2-40B4-BE49-F238E27FC236}">
                        <a16:creationId xmlns:a16="http://schemas.microsoft.com/office/drawing/2014/main" id="{0B66B965-FEF3-6FEB-B48C-456A754F28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4" name="Rechte verbindingslijn 123">
                    <a:extLst>
                      <a:ext uri="{FF2B5EF4-FFF2-40B4-BE49-F238E27FC236}">
                        <a16:creationId xmlns:a16="http://schemas.microsoft.com/office/drawing/2014/main" id="{D534FBE4-B1AA-84EC-8B21-8A946B98A0B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5" name="Rechte verbindingslijn 124">
                    <a:extLst>
                      <a:ext uri="{FF2B5EF4-FFF2-40B4-BE49-F238E27FC236}">
                        <a16:creationId xmlns:a16="http://schemas.microsoft.com/office/drawing/2014/main" id="{B5AA014D-30CD-ACA7-42F5-940D6E9CE8B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0" name="Pijl: rechts 119">
                  <a:extLst>
                    <a:ext uri="{FF2B5EF4-FFF2-40B4-BE49-F238E27FC236}">
                      <a16:creationId xmlns:a16="http://schemas.microsoft.com/office/drawing/2014/main" id="{6525C377-6BB7-EEAB-0D07-CCF1C8B16F10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9" name="Groep 88">
                <a:extLst>
                  <a:ext uri="{FF2B5EF4-FFF2-40B4-BE49-F238E27FC236}">
                    <a16:creationId xmlns:a16="http://schemas.microsoft.com/office/drawing/2014/main" id="{9DFF2C26-671D-3996-8787-8796943615F0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12" name="Groep 111">
                  <a:extLst>
                    <a:ext uri="{FF2B5EF4-FFF2-40B4-BE49-F238E27FC236}">
                      <a16:creationId xmlns:a16="http://schemas.microsoft.com/office/drawing/2014/main" id="{5F88CB4E-444D-C693-6FDA-3E4C24304B6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14" name="Rechte verbindingslijn 113">
                    <a:extLst>
                      <a:ext uri="{FF2B5EF4-FFF2-40B4-BE49-F238E27FC236}">
                        <a16:creationId xmlns:a16="http://schemas.microsoft.com/office/drawing/2014/main" id="{F044A289-5CC1-93FC-24DE-9DFFC6EBA5D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5" name="Rechte verbindingslijn 114">
                    <a:extLst>
                      <a:ext uri="{FF2B5EF4-FFF2-40B4-BE49-F238E27FC236}">
                        <a16:creationId xmlns:a16="http://schemas.microsoft.com/office/drawing/2014/main" id="{4C6B49E9-6FC1-A6B4-990F-C0E26559D5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6" name="Rechte verbindingslijn 115">
                    <a:extLst>
                      <a:ext uri="{FF2B5EF4-FFF2-40B4-BE49-F238E27FC236}">
                        <a16:creationId xmlns:a16="http://schemas.microsoft.com/office/drawing/2014/main" id="{542619B9-4F14-6B5B-AE63-3F3C8B60A9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7" name="Rechte verbindingslijn 116">
                    <a:extLst>
                      <a:ext uri="{FF2B5EF4-FFF2-40B4-BE49-F238E27FC236}">
                        <a16:creationId xmlns:a16="http://schemas.microsoft.com/office/drawing/2014/main" id="{ED81082F-EB5E-4EDA-0569-DE49405EB5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8" name="Rechte verbindingslijn 117">
                    <a:extLst>
                      <a:ext uri="{FF2B5EF4-FFF2-40B4-BE49-F238E27FC236}">
                        <a16:creationId xmlns:a16="http://schemas.microsoft.com/office/drawing/2014/main" id="{F7042E2A-9225-EF60-BB7D-55C917854D7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13" name="Pijl: rechts 112">
                  <a:extLst>
                    <a:ext uri="{FF2B5EF4-FFF2-40B4-BE49-F238E27FC236}">
                      <a16:creationId xmlns:a16="http://schemas.microsoft.com/office/drawing/2014/main" id="{FF8092FA-1945-D708-AC19-2E99C10261D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90" name="Rechte verbindingslijn 89">
                <a:extLst>
                  <a:ext uri="{FF2B5EF4-FFF2-40B4-BE49-F238E27FC236}">
                    <a16:creationId xmlns:a16="http://schemas.microsoft.com/office/drawing/2014/main" id="{A22B49BD-1F04-472B-3050-ED761FC1C43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297D5A5E-7A68-E7A4-CDC4-82760504BF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92" name="Rechthoek 91">
                <a:extLst>
                  <a:ext uri="{FF2B5EF4-FFF2-40B4-BE49-F238E27FC236}">
                    <a16:creationId xmlns:a16="http://schemas.microsoft.com/office/drawing/2014/main" id="{A282BA78-A383-692E-BEFE-9DA06E3BD033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D0579F3E-F3B5-61DE-5540-F1AEB2705E9F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94" name="Groep 93">
                <a:extLst>
                  <a:ext uri="{FF2B5EF4-FFF2-40B4-BE49-F238E27FC236}">
                    <a16:creationId xmlns:a16="http://schemas.microsoft.com/office/drawing/2014/main" id="{BF8BE21E-6F4A-35FD-DA43-6B075039DE8F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04" name="Rechthoek 103">
                  <a:extLst>
                    <a:ext uri="{FF2B5EF4-FFF2-40B4-BE49-F238E27FC236}">
                      <a16:creationId xmlns:a16="http://schemas.microsoft.com/office/drawing/2014/main" id="{3A6F9AAC-18ED-9FD2-AC96-CDF7D768053F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5" name="Groep 104">
                  <a:extLst>
                    <a:ext uri="{FF2B5EF4-FFF2-40B4-BE49-F238E27FC236}">
                      <a16:creationId xmlns:a16="http://schemas.microsoft.com/office/drawing/2014/main" id="{B5E3F0FE-68F5-AF4A-09AD-B799376ABC0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07" name="Rechte verbindingslijn 106">
                    <a:extLst>
                      <a:ext uri="{FF2B5EF4-FFF2-40B4-BE49-F238E27FC236}">
                        <a16:creationId xmlns:a16="http://schemas.microsoft.com/office/drawing/2014/main" id="{F50BCA2C-7802-8527-2DDB-3656945926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8" name="Rechte verbindingslijn 107">
                    <a:extLst>
                      <a:ext uri="{FF2B5EF4-FFF2-40B4-BE49-F238E27FC236}">
                        <a16:creationId xmlns:a16="http://schemas.microsoft.com/office/drawing/2014/main" id="{7D0C2D4D-1D74-0530-7672-6F1ED1AD1A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28E86F2F-9201-15D2-F813-BF337E58A0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0" name="Rechte verbindingslijn 109">
                    <a:extLst>
                      <a:ext uri="{FF2B5EF4-FFF2-40B4-BE49-F238E27FC236}">
                        <a16:creationId xmlns:a16="http://schemas.microsoft.com/office/drawing/2014/main" id="{934BA27F-DD9E-BD20-E41D-52960D2171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1" name="Rechte verbindingslijn 110">
                    <a:extLst>
                      <a:ext uri="{FF2B5EF4-FFF2-40B4-BE49-F238E27FC236}">
                        <a16:creationId xmlns:a16="http://schemas.microsoft.com/office/drawing/2014/main" id="{50B7EE8C-8C74-2BAA-5AAD-CDB104EF1E1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6" name="Pijl: rechts 105">
                  <a:extLst>
                    <a:ext uri="{FF2B5EF4-FFF2-40B4-BE49-F238E27FC236}">
                      <a16:creationId xmlns:a16="http://schemas.microsoft.com/office/drawing/2014/main" id="{1EDA9397-20AC-6CD4-9C25-79C3DF23DCE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95" name="Groep 94">
                <a:extLst>
                  <a:ext uri="{FF2B5EF4-FFF2-40B4-BE49-F238E27FC236}">
                    <a16:creationId xmlns:a16="http://schemas.microsoft.com/office/drawing/2014/main" id="{91B77590-ED4F-B5C0-EE34-CF79F6B97F32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96" name="Rechthoek 95">
                  <a:extLst>
                    <a:ext uri="{FF2B5EF4-FFF2-40B4-BE49-F238E27FC236}">
                      <a16:creationId xmlns:a16="http://schemas.microsoft.com/office/drawing/2014/main" id="{39A859A0-9648-2B58-F034-E5769BC683F4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97" name="Groep 96">
                  <a:extLst>
                    <a:ext uri="{FF2B5EF4-FFF2-40B4-BE49-F238E27FC236}">
                      <a16:creationId xmlns:a16="http://schemas.microsoft.com/office/drawing/2014/main" id="{A96C847A-6B95-F815-FADC-E4D98B8131E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99" name="Rechte verbindingslijn 98">
                    <a:extLst>
                      <a:ext uri="{FF2B5EF4-FFF2-40B4-BE49-F238E27FC236}">
                        <a16:creationId xmlns:a16="http://schemas.microsoft.com/office/drawing/2014/main" id="{736CF605-44EE-D987-EB5B-728729C883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0" name="Rechte verbindingslijn 99">
                    <a:extLst>
                      <a:ext uri="{FF2B5EF4-FFF2-40B4-BE49-F238E27FC236}">
                        <a16:creationId xmlns:a16="http://schemas.microsoft.com/office/drawing/2014/main" id="{07C798FE-08FA-F4EB-D4F6-9DAD4150B02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1" name="Rechte verbindingslijn 100">
                    <a:extLst>
                      <a:ext uri="{FF2B5EF4-FFF2-40B4-BE49-F238E27FC236}">
                        <a16:creationId xmlns:a16="http://schemas.microsoft.com/office/drawing/2014/main" id="{7382F33D-E537-8B78-A1F8-1BD507A2AA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2" name="Rechte verbindingslijn 101">
                    <a:extLst>
                      <a:ext uri="{FF2B5EF4-FFF2-40B4-BE49-F238E27FC236}">
                        <a16:creationId xmlns:a16="http://schemas.microsoft.com/office/drawing/2014/main" id="{EAFFA021-2546-2B56-333D-5FBECB24366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3" name="Rechte verbindingslijn 102">
                    <a:extLst>
                      <a:ext uri="{FF2B5EF4-FFF2-40B4-BE49-F238E27FC236}">
                        <a16:creationId xmlns:a16="http://schemas.microsoft.com/office/drawing/2014/main" id="{BB114421-AD8C-3F1C-9D0F-013C0476300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98" name="Pijl: rechts 97">
                  <a:extLst>
                    <a:ext uri="{FF2B5EF4-FFF2-40B4-BE49-F238E27FC236}">
                      <a16:creationId xmlns:a16="http://schemas.microsoft.com/office/drawing/2014/main" id="{D5DBC064-32DF-8604-DBB9-0908491146E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3688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afbeelding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5998183C-1027-F7E8-2356-6A6B82248025}"/>
              </a:ext>
            </a:extLst>
          </p:cNvPr>
          <p:cNvSpPr/>
          <p:nvPr userDrawn="1"/>
        </p:nvSpPr>
        <p:spPr>
          <a:xfrm>
            <a:off x="727164" y="0"/>
            <a:ext cx="11464836" cy="685799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8269B04D-A4A3-89C3-5C5D-2529161B6FAD}"/>
              </a:ext>
            </a:extLst>
          </p:cNvPr>
          <p:cNvSpPr/>
          <p:nvPr userDrawn="1"/>
        </p:nvSpPr>
        <p:spPr>
          <a:xfrm>
            <a:off x="727164" y="6726402"/>
            <a:ext cx="11464836" cy="131598"/>
          </a:xfrm>
          <a:prstGeom prst="rect">
            <a:avLst/>
          </a:prstGeom>
          <a:gradFill>
            <a:gsLst>
              <a:gs pos="64000">
                <a:schemeClr val="accent1"/>
              </a:gs>
              <a:gs pos="100000">
                <a:srgbClr val="8ACEA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117" y="720000"/>
            <a:ext cx="4168600" cy="855929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189994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Tekst + afbeelding (M)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31117" y="2029216"/>
            <a:ext cx="4167809" cy="3803258"/>
          </a:xfrm>
        </p:spPr>
        <p:txBody>
          <a:bodyPr/>
          <a:lstStyle/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</p:txBody>
      </p:sp>
      <p:sp>
        <p:nvSpPr>
          <p:cNvPr id="6" name="Tijdelijke aanduiding voor tekst 6">
            <a:extLst>
              <a:ext uri="{FF2B5EF4-FFF2-40B4-BE49-F238E27FC236}">
                <a16:creationId xmlns:a16="http://schemas.microsoft.com/office/drawing/2014/main" id="{94E7C516-D6FE-07D5-1CFD-8411830E4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7" y="368300"/>
            <a:ext cx="4167809" cy="168113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sp>
        <p:nvSpPr>
          <p:cNvPr id="2" name="Tijdelijke aanduiding voor afbeelding 16">
            <a:extLst>
              <a:ext uri="{FF2B5EF4-FFF2-40B4-BE49-F238E27FC236}">
                <a16:creationId xmlns:a16="http://schemas.microsoft.com/office/drawing/2014/main" id="{275C00FF-F15B-277F-0017-BC9296D00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723" y="0"/>
            <a:ext cx="5368836" cy="5856288"/>
          </a:xfrm>
          <a:solidFill>
            <a:schemeClr val="bg1"/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Klik op onderstaand pictogram 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14" name="Tijdelijke aanduiding voor voettekst 13">
            <a:extLst>
              <a:ext uri="{FF2B5EF4-FFF2-40B4-BE49-F238E27FC236}">
                <a16:creationId xmlns:a16="http://schemas.microsoft.com/office/drawing/2014/main" id="{80FC5369-8899-7443-FC70-ED6A1B2683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nl-NL" err="1"/>
              <a:t>Cerios</a:t>
            </a:r>
            <a:r>
              <a:rPr lang="nl-NL"/>
              <a:t> template-set</a:t>
            </a:r>
          </a:p>
        </p:txBody>
      </p:sp>
      <p:sp>
        <p:nvSpPr>
          <p:cNvPr id="15" name="Tijdelijke aanduiding voor dianummer 14">
            <a:extLst>
              <a:ext uri="{FF2B5EF4-FFF2-40B4-BE49-F238E27FC236}">
                <a16:creationId xmlns:a16="http://schemas.microsoft.com/office/drawing/2014/main" id="{4BDCCFDC-CC68-42DB-14E0-6AD9FADA055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grpSp>
        <p:nvGrpSpPr>
          <p:cNvPr id="22" name="INSTRUCTIE">
            <a:extLst>
              <a:ext uri="{FF2B5EF4-FFF2-40B4-BE49-F238E27FC236}">
                <a16:creationId xmlns:a16="http://schemas.microsoft.com/office/drawing/2014/main" id="{B1EC362C-B673-4788-80AE-891FD5E0DB8D}"/>
              </a:ext>
            </a:extLst>
          </p:cNvPr>
          <p:cNvGrpSpPr/>
          <p:nvPr userDrawn="1"/>
        </p:nvGrpSpPr>
        <p:grpSpPr>
          <a:xfrm>
            <a:off x="12377595" y="0"/>
            <a:ext cx="3693386" cy="5270646"/>
            <a:chOff x="-3786437" y="0"/>
            <a:chExt cx="3693386" cy="5270646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D286383C-4251-1441-ECE6-115DC56E0FBB}"/>
                </a:ext>
              </a:extLst>
            </p:cNvPr>
            <p:cNvSpPr/>
            <p:nvPr userDrawn="1"/>
          </p:nvSpPr>
          <p:spPr>
            <a:xfrm>
              <a:off x="-3786437" y="444264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1F80C2F5-9A9D-3EA5-614F-276B8C51FC16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44079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310470D1-5D47-81E8-1491-08532E0E1BF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68F2550E-BA84-99D1-6D78-C8C25EE81CFE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5598227C-730E-D482-EBEF-A597C5DD767B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8802284D-3063-B4C3-3E32-CABB2860CCFE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Ovaal 56">
                <a:extLst>
                  <a:ext uri="{FF2B5EF4-FFF2-40B4-BE49-F238E27FC236}">
                    <a16:creationId xmlns:a16="http://schemas.microsoft.com/office/drawing/2014/main" id="{485AC636-BA95-8498-29E0-B995D1F4BEA8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" name="Vrije vorm: vorm 57">
                <a:extLst>
                  <a:ext uri="{FF2B5EF4-FFF2-40B4-BE49-F238E27FC236}">
                    <a16:creationId xmlns:a16="http://schemas.microsoft.com/office/drawing/2014/main" id="{5406A405-3CD1-0758-E79C-A4A85CC9FE77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: afgeronde hoeken 58">
                <a:extLst>
                  <a:ext uri="{FF2B5EF4-FFF2-40B4-BE49-F238E27FC236}">
                    <a16:creationId xmlns:a16="http://schemas.microsoft.com/office/drawing/2014/main" id="{D994BE1F-88E0-C185-F321-1BE16599FF5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60" name="Rechte verbindingslijn 59">
                <a:extLst>
                  <a:ext uri="{FF2B5EF4-FFF2-40B4-BE49-F238E27FC236}">
                    <a16:creationId xmlns:a16="http://schemas.microsoft.com/office/drawing/2014/main" id="{D598D304-B64A-5EC3-443A-59DBA23CBC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Rechte verbindingslijn 60">
                <a:extLst>
                  <a:ext uri="{FF2B5EF4-FFF2-40B4-BE49-F238E27FC236}">
                    <a16:creationId xmlns:a16="http://schemas.microsoft.com/office/drawing/2014/main" id="{31614365-6C95-11B6-9E10-59AF3DED2F97}"/>
                  </a:ext>
                </a:extLst>
              </p:cNvPr>
              <p:cNvCxnSpPr>
                <a:cxnSpLocks/>
                <a:stCxn id="59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CB1E7EC7-FFDD-1241-9EB0-34F592010D3C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5E3F58BA-37C4-0EE0-BD43-861F600D0547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F92BE1C8-3308-E5A7-EB9A-AC24202CF86A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53" name="Rechthoek 52">
                <a:extLst>
                  <a:ext uri="{FF2B5EF4-FFF2-40B4-BE49-F238E27FC236}">
                    <a16:creationId xmlns:a16="http://schemas.microsoft.com/office/drawing/2014/main" id="{85529B23-F3EF-C155-CC2B-8C1EEB64EEA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54" name="Rechte verbindingslijn 53">
                <a:extLst>
                  <a:ext uri="{FF2B5EF4-FFF2-40B4-BE49-F238E27FC236}">
                    <a16:creationId xmlns:a16="http://schemas.microsoft.com/office/drawing/2014/main" id="{112842EF-F24D-8F21-3A58-D8D4F5129FCA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55" name="Gelijkbenige driehoek 54">
                <a:extLst>
                  <a:ext uri="{FF2B5EF4-FFF2-40B4-BE49-F238E27FC236}">
                    <a16:creationId xmlns:a16="http://schemas.microsoft.com/office/drawing/2014/main" id="{6962C658-465E-F4BE-2963-1B31E009EFF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766D4078-5DCE-B48E-DA95-94DE4E2612E0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A765514F-D06D-C734-04F0-E2F9D1119ABE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33" name="Groep 32">
              <a:extLst>
                <a:ext uri="{FF2B5EF4-FFF2-40B4-BE49-F238E27FC236}">
                  <a16:creationId xmlns:a16="http://schemas.microsoft.com/office/drawing/2014/main" id="{1069A8C3-8C62-823F-5C04-61A89F4B4C58}"/>
                </a:ext>
              </a:extLst>
            </p:cNvPr>
            <p:cNvGrpSpPr/>
            <p:nvPr userDrawn="1"/>
          </p:nvGrpSpPr>
          <p:grpSpPr>
            <a:xfrm>
              <a:off x="-3408294" y="3643742"/>
              <a:ext cx="622283" cy="612920"/>
              <a:chOff x="12617641" y="3403239"/>
              <a:chExt cx="752963" cy="741634"/>
            </a:xfrm>
          </p:grpSpPr>
          <p:grpSp>
            <p:nvGrpSpPr>
              <p:cNvPr id="37" name="Groep 36">
                <a:extLst>
                  <a:ext uri="{FF2B5EF4-FFF2-40B4-BE49-F238E27FC236}">
                    <a16:creationId xmlns:a16="http://schemas.microsoft.com/office/drawing/2014/main" id="{8E61AE53-8339-E6DD-6929-7C937F35469F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CFAF466D-BFD1-D722-BD20-7C816771A9BF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7" name="Groep 46">
                    <a:extLst>
                      <a:ext uri="{FF2B5EF4-FFF2-40B4-BE49-F238E27FC236}">
                        <a16:creationId xmlns:a16="http://schemas.microsoft.com/office/drawing/2014/main" id="{740E4F59-1D49-50A6-2BC1-C5E00295F65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0" name="Rechthoek 49">
                      <a:extLst>
                        <a:ext uri="{FF2B5EF4-FFF2-40B4-BE49-F238E27FC236}">
                          <a16:creationId xmlns:a16="http://schemas.microsoft.com/office/drawing/2014/main" id="{E5F9C931-A281-B8C1-AD07-C7A8B3074DD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1" name="Rechthoek 50">
                      <a:extLst>
                        <a:ext uri="{FF2B5EF4-FFF2-40B4-BE49-F238E27FC236}">
                          <a16:creationId xmlns:a16="http://schemas.microsoft.com/office/drawing/2014/main" id="{C6E6D4D3-1D8F-2CA7-9BB0-2A98F241688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2" name="Ovaal 51">
                      <a:extLst>
                        <a:ext uri="{FF2B5EF4-FFF2-40B4-BE49-F238E27FC236}">
                          <a16:creationId xmlns:a16="http://schemas.microsoft.com/office/drawing/2014/main" id="{1A2DFAE6-D4F4-85CB-9B03-CF813980986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8" name="Afbeelding 47">
                    <a:extLst>
                      <a:ext uri="{FF2B5EF4-FFF2-40B4-BE49-F238E27FC236}">
                        <a16:creationId xmlns:a16="http://schemas.microsoft.com/office/drawing/2014/main" id="{323D5AB8-F504-5F02-38EB-0257999D163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9" name="Afbeelding 48">
                    <a:extLst>
                      <a:ext uri="{FF2B5EF4-FFF2-40B4-BE49-F238E27FC236}">
                        <a16:creationId xmlns:a16="http://schemas.microsoft.com/office/drawing/2014/main" id="{D7D703D1-54F4-B8A0-0055-31FB269D2B3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F0601848-31B7-18DF-43BB-21A271111D7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92E579F0-8D39-757B-1456-0E866179305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DD83AC5A-29A6-1763-03AE-60D687AC47A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DF0C0EAD-D049-DFA3-ABCE-E702C4AB70D9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B125E541-A717-1837-DA4E-AF6D1854730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3B01E37C-5DAC-BDC0-D995-D490D4421AC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31009A93-2853-F2A4-AA89-07454F414A93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9" name="Gelijkbenige driehoek 38">
                <a:extLst>
                  <a:ext uri="{FF2B5EF4-FFF2-40B4-BE49-F238E27FC236}">
                    <a16:creationId xmlns:a16="http://schemas.microsoft.com/office/drawing/2014/main" id="{646E46F8-53C6-8BED-5DAC-78AF313960AE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ICOON_info">
              <a:extLst>
                <a:ext uri="{FF2B5EF4-FFF2-40B4-BE49-F238E27FC236}">
                  <a16:creationId xmlns:a16="http://schemas.microsoft.com/office/drawing/2014/main" id="{544AF02A-C894-C647-9FE4-7BC2C867009D}"/>
                </a:ext>
              </a:extLst>
            </p:cNvPr>
            <p:cNvGrpSpPr/>
            <p:nvPr userDrawn="1"/>
          </p:nvGrpSpPr>
          <p:grpSpPr>
            <a:xfrm>
              <a:off x="-376736" y="4271597"/>
              <a:ext cx="283685" cy="283685"/>
              <a:chOff x="-510741" y="5913713"/>
              <a:chExt cx="267555" cy="267555"/>
            </a:xfrm>
          </p:grpSpPr>
          <p:sp>
            <p:nvSpPr>
              <p:cNvPr id="35" name="Ovaal 34">
                <a:extLst>
                  <a:ext uri="{FF2B5EF4-FFF2-40B4-BE49-F238E27FC236}">
                    <a16:creationId xmlns:a16="http://schemas.microsoft.com/office/drawing/2014/main" id="{42A11830-4FDB-74A0-8BBD-9037C58B9D4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Graphic 163" descr="Informatie">
                <a:extLst>
                  <a:ext uri="{FF2B5EF4-FFF2-40B4-BE49-F238E27FC236}">
                    <a16:creationId xmlns:a16="http://schemas.microsoft.com/office/drawing/2014/main" id="{DE84FEF9-98BF-3899-45B2-B84BA72E1CE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62" name="INSTRUCTIE">
            <a:extLst>
              <a:ext uri="{FF2B5EF4-FFF2-40B4-BE49-F238E27FC236}">
                <a16:creationId xmlns:a16="http://schemas.microsoft.com/office/drawing/2014/main" id="{7CD4AD4A-5F94-6391-5D24-FE494F7021C8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38DFECC2-8BCE-E9C7-2588-92C14170C63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+mj-lt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64" name="Ovaal 63">
              <a:extLst>
                <a:ext uri="{FF2B5EF4-FFF2-40B4-BE49-F238E27FC236}">
                  <a16:creationId xmlns:a16="http://schemas.microsoft.com/office/drawing/2014/main" id="{B601E202-99D5-BD7C-348B-6BCBE502D786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6CFF1E85-F9A0-892C-803F-48666F03380B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4625" marR="0" lvl="0" indent="-17462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8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628EE85A-DBFC-18E5-4EDD-F0BF7D5B3176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BD594B1D-1B0A-9477-C91A-7B449960027A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E290974C-13EA-5B7E-0496-B70F545C2919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5600" marR="0" lvl="1" indent="-1778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#1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5DD141C0-32C7-406E-983A-AB4ADEFA68A0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70" name="Rechthoek 69">
              <a:extLst>
                <a:ext uri="{FF2B5EF4-FFF2-40B4-BE49-F238E27FC236}">
                  <a16:creationId xmlns:a16="http://schemas.microsoft.com/office/drawing/2014/main" id="{A06F678B-CCCC-4C4F-583C-956DA486A6D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1813" marR="0" lvl="2" indent="-17145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Segoe UI Light" panose="020B0502040204020203" pitchFamily="34" charset="0"/>
                <a:buChar char="–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#2</a:t>
              </a:r>
            </a:p>
          </p:txBody>
        </p:sp>
        <p:sp>
          <p:nvSpPr>
            <p:cNvPr id="71" name="Ovaal 70">
              <a:extLst>
                <a:ext uri="{FF2B5EF4-FFF2-40B4-BE49-F238E27FC236}">
                  <a16:creationId xmlns:a16="http://schemas.microsoft.com/office/drawing/2014/main" id="{43A4F0D9-1B87-21E8-1E25-8123CBE52A5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2264C035-4CB1-CED6-1BB5-6D09201B29CF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Leestekst</a:t>
              </a:r>
            </a:p>
          </p:txBody>
        </p:sp>
        <p:sp>
          <p:nvSpPr>
            <p:cNvPr id="73" name="Ovaal 72">
              <a:extLst>
                <a:ext uri="{FF2B5EF4-FFF2-40B4-BE49-F238E27FC236}">
                  <a16:creationId xmlns:a16="http://schemas.microsoft.com/office/drawing/2014/main" id="{73F767FF-672C-AB2F-0F40-36C514E74373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B97644EF-920A-670D-8074-A54B52043FDB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600" b="1" kern="1200" noProof="0">
                  <a:solidFill>
                    <a:schemeClr val="accent3"/>
                  </a:solidFill>
                  <a:latin typeface="+mj-lt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4C588E8B-4C63-40EE-361A-9D1867BAE9A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1261B5DF-4E95-DD5F-CC2B-2DA81B120977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8288" marR="0" lvl="6" indent="-26828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Numerieke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Ovaal 76">
              <a:extLst>
                <a:ext uri="{FF2B5EF4-FFF2-40B4-BE49-F238E27FC236}">
                  <a16:creationId xmlns:a16="http://schemas.microsoft.com/office/drawing/2014/main" id="{64E3E013-CCF3-CFE1-E244-CE407B2F564A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470C46B3-3D16-4EC2-E916-FD3F48097B16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74638" marR="0" lvl="7" indent="-27463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Alfabetische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690FC8A9-772B-D838-A58E-DF1F1FF84834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C8210ADB-DE7F-2F40-676E-1C137B0C9E49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8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100" i="1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81" name="Ovaal 80">
              <a:extLst>
                <a:ext uri="{FF2B5EF4-FFF2-40B4-BE49-F238E27FC236}">
                  <a16:creationId xmlns:a16="http://schemas.microsoft.com/office/drawing/2014/main" id="{AD0E153E-7B3A-E696-5E1B-C126DDF805E2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88CF537F-0750-6456-0F22-AF2AFF9678CF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400" b="1" kern="1200" cap="none" baseline="0" noProof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Subtitel #2</a:t>
              </a:r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893808FF-7FD1-0C57-466B-6C277D5DABB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84" name="ICOON_info">
              <a:extLst>
                <a:ext uri="{FF2B5EF4-FFF2-40B4-BE49-F238E27FC236}">
                  <a16:creationId xmlns:a16="http://schemas.microsoft.com/office/drawing/2014/main" id="{128BD48A-0F2F-6CA6-DDE4-FC29F34E3800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26" name="Ovaal 125">
                <a:extLst>
                  <a:ext uri="{FF2B5EF4-FFF2-40B4-BE49-F238E27FC236}">
                    <a16:creationId xmlns:a16="http://schemas.microsoft.com/office/drawing/2014/main" id="{9C3CE7B3-9AC1-4EDF-96D9-B84FCE02C1D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7" name="Graphic 163" descr="Informatie">
                <a:extLst>
                  <a:ext uri="{FF2B5EF4-FFF2-40B4-BE49-F238E27FC236}">
                    <a16:creationId xmlns:a16="http://schemas.microsoft.com/office/drawing/2014/main" id="{2FF05E1C-13FF-1D24-8292-DB38BAE10D4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5" name="VOORBEELD">
              <a:extLst>
                <a:ext uri="{FF2B5EF4-FFF2-40B4-BE49-F238E27FC236}">
                  <a16:creationId xmlns:a16="http://schemas.microsoft.com/office/drawing/2014/main" id="{E0E13163-7A8B-8BD3-4F0B-22C632B1D15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86" name="Rechthoek 85">
                <a:extLst>
                  <a:ext uri="{FF2B5EF4-FFF2-40B4-BE49-F238E27FC236}">
                    <a16:creationId xmlns:a16="http://schemas.microsoft.com/office/drawing/2014/main" id="{02D416CD-3FAB-E5F0-D684-CEBE2CBD531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563B2353-DE8A-3BF3-5F66-96A43A885E1E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8" name="Groep 87">
                <a:extLst>
                  <a:ext uri="{FF2B5EF4-FFF2-40B4-BE49-F238E27FC236}">
                    <a16:creationId xmlns:a16="http://schemas.microsoft.com/office/drawing/2014/main" id="{8D7C5840-7967-A553-B515-8D0DA6602F8A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19" name="Groep 118">
                  <a:extLst>
                    <a:ext uri="{FF2B5EF4-FFF2-40B4-BE49-F238E27FC236}">
                      <a16:creationId xmlns:a16="http://schemas.microsoft.com/office/drawing/2014/main" id="{B86E7512-9CAC-F2D2-F539-7239602C62E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21" name="Rechte verbindingslijn 120">
                    <a:extLst>
                      <a:ext uri="{FF2B5EF4-FFF2-40B4-BE49-F238E27FC236}">
                        <a16:creationId xmlns:a16="http://schemas.microsoft.com/office/drawing/2014/main" id="{9F994D9E-9FB7-91A3-B3E6-6DC05783B1C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2" name="Rechte verbindingslijn 121">
                    <a:extLst>
                      <a:ext uri="{FF2B5EF4-FFF2-40B4-BE49-F238E27FC236}">
                        <a16:creationId xmlns:a16="http://schemas.microsoft.com/office/drawing/2014/main" id="{7D274C99-5B92-FF7F-ADA0-D6337C7D7E8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3" name="Rechte verbindingslijn 122">
                    <a:extLst>
                      <a:ext uri="{FF2B5EF4-FFF2-40B4-BE49-F238E27FC236}">
                        <a16:creationId xmlns:a16="http://schemas.microsoft.com/office/drawing/2014/main" id="{0B66B965-FEF3-6FEB-B48C-456A754F28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4" name="Rechte verbindingslijn 123">
                    <a:extLst>
                      <a:ext uri="{FF2B5EF4-FFF2-40B4-BE49-F238E27FC236}">
                        <a16:creationId xmlns:a16="http://schemas.microsoft.com/office/drawing/2014/main" id="{D534FBE4-B1AA-84EC-8B21-8A946B98A0B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5" name="Rechte verbindingslijn 124">
                    <a:extLst>
                      <a:ext uri="{FF2B5EF4-FFF2-40B4-BE49-F238E27FC236}">
                        <a16:creationId xmlns:a16="http://schemas.microsoft.com/office/drawing/2014/main" id="{B5AA014D-30CD-ACA7-42F5-940D6E9CE8B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0" name="Pijl: rechts 119">
                  <a:extLst>
                    <a:ext uri="{FF2B5EF4-FFF2-40B4-BE49-F238E27FC236}">
                      <a16:creationId xmlns:a16="http://schemas.microsoft.com/office/drawing/2014/main" id="{6525C377-6BB7-EEAB-0D07-CCF1C8B16F10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9" name="Groep 88">
                <a:extLst>
                  <a:ext uri="{FF2B5EF4-FFF2-40B4-BE49-F238E27FC236}">
                    <a16:creationId xmlns:a16="http://schemas.microsoft.com/office/drawing/2014/main" id="{9DFF2C26-671D-3996-8787-8796943615F0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12" name="Groep 111">
                  <a:extLst>
                    <a:ext uri="{FF2B5EF4-FFF2-40B4-BE49-F238E27FC236}">
                      <a16:creationId xmlns:a16="http://schemas.microsoft.com/office/drawing/2014/main" id="{5F88CB4E-444D-C693-6FDA-3E4C24304B6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14" name="Rechte verbindingslijn 113">
                    <a:extLst>
                      <a:ext uri="{FF2B5EF4-FFF2-40B4-BE49-F238E27FC236}">
                        <a16:creationId xmlns:a16="http://schemas.microsoft.com/office/drawing/2014/main" id="{F044A289-5CC1-93FC-24DE-9DFFC6EBA5D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5" name="Rechte verbindingslijn 114">
                    <a:extLst>
                      <a:ext uri="{FF2B5EF4-FFF2-40B4-BE49-F238E27FC236}">
                        <a16:creationId xmlns:a16="http://schemas.microsoft.com/office/drawing/2014/main" id="{4C6B49E9-6FC1-A6B4-990F-C0E26559D5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6" name="Rechte verbindingslijn 115">
                    <a:extLst>
                      <a:ext uri="{FF2B5EF4-FFF2-40B4-BE49-F238E27FC236}">
                        <a16:creationId xmlns:a16="http://schemas.microsoft.com/office/drawing/2014/main" id="{542619B9-4F14-6B5B-AE63-3F3C8B60A9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7" name="Rechte verbindingslijn 116">
                    <a:extLst>
                      <a:ext uri="{FF2B5EF4-FFF2-40B4-BE49-F238E27FC236}">
                        <a16:creationId xmlns:a16="http://schemas.microsoft.com/office/drawing/2014/main" id="{ED81082F-EB5E-4EDA-0569-DE49405EB5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8" name="Rechte verbindingslijn 117">
                    <a:extLst>
                      <a:ext uri="{FF2B5EF4-FFF2-40B4-BE49-F238E27FC236}">
                        <a16:creationId xmlns:a16="http://schemas.microsoft.com/office/drawing/2014/main" id="{F7042E2A-9225-EF60-BB7D-55C917854D7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13" name="Pijl: rechts 112">
                  <a:extLst>
                    <a:ext uri="{FF2B5EF4-FFF2-40B4-BE49-F238E27FC236}">
                      <a16:creationId xmlns:a16="http://schemas.microsoft.com/office/drawing/2014/main" id="{FF8092FA-1945-D708-AC19-2E99C10261D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90" name="Rechte verbindingslijn 89">
                <a:extLst>
                  <a:ext uri="{FF2B5EF4-FFF2-40B4-BE49-F238E27FC236}">
                    <a16:creationId xmlns:a16="http://schemas.microsoft.com/office/drawing/2014/main" id="{A22B49BD-1F04-472B-3050-ED761FC1C43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297D5A5E-7A68-E7A4-CDC4-82760504BF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92" name="Rechthoek 91">
                <a:extLst>
                  <a:ext uri="{FF2B5EF4-FFF2-40B4-BE49-F238E27FC236}">
                    <a16:creationId xmlns:a16="http://schemas.microsoft.com/office/drawing/2014/main" id="{A282BA78-A383-692E-BEFE-9DA06E3BD033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D0579F3E-F3B5-61DE-5540-F1AEB2705E9F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94" name="Groep 93">
                <a:extLst>
                  <a:ext uri="{FF2B5EF4-FFF2-40B4-BE49-F238E27FC236}">
                    <a16:creationId xmlns:a16="http://schemas.microsoft.com/office/drawing/2014/main" id="{BF8BE21E-6F4A-35FD-DA43-6B075039DE8F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04" name="Rechthoek 103">
                  <a:extLst>
                    <a:ext uri="{FF2B5EF4-FFF2-40B4-BE49-F238E27FC236}">
                      <a16:creationId xmlns:a16="http://schemas.microsoft.com/office/drawing/2014/main" id="{3A6F9AAC-18ED-9FD2-AC96-CDF7D768053F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5" name="Groep 104">
                  <a:extLst>
                    <a:ext uri="{FF2B5EF4-FFF2-40B4-BE49-F238E27FC236}">
                      <a16:creationId xmlns:a16="http://schemas.microsoft.com/office/drawing/2014/main" id="{B5E3F0FE-68F5-AF4A-09AD-B799376ABC0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07" name="Rechte verbindingslijn 106">
                    <a:extLst>
                      <a:ext uri="{FF2B5EF4-FFF2-40B4-BE49-F238E27FC236}">
                        <a16:creationId xmlns:a16="http://schemas.microsoft.com/office/drawing/2014/main" id="{F50BCA2C-7802-8527-2DDB-3656945926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8" name="Rechte verbindingslijn 107">
                    <a:extLst>
                      <a:ext uri="{FF2B5EF4-FFF2-40B4-BE49-F238E27FC236}">
                        <a16:creationId xmlns:a16="http://schemas.microsoft.com/office/drawing/2014/main" id="{7D0C2D4D-1D74-0530-7672-6F1ED1AD1A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28E86F2F-9201-15D2-F813-BF337E58A0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0" name="Rechte verbindingslijn 109">
                    <a:extLst>
                      <a:ext uri="{FF2B5EF4-FFF2-40B4-BE49-F238E27FC236}">
                        <a16:creationId xmlns:a16="http://schemas.microsoft.com/office/drawing/2014/main" id="{934BA27F-DD9E-BD20-E41D-52960D2171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1" name="Rechte verbindingslijn 110">
                    <a:extLst>
                      <a:ext uri="{FF2B5EF4-FFF2-40B4-BE49-F238E27FC236}">
                        <a16:creationId xmlns:a16="http://schemas.microsoft.com/office/drawing/2014/main" id="{50B7EE8C-8C74-2BAA-5AAD-CDB104EF1E1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6" name="Pijl: rechts 105">
                  <a:extLst>
                    <a:ext uri="{FF2B5EF4-FFF2-40B4-BE49-F238E27FC236}">
                      <a16:creationId xmlns:a16="http://schemas.microsoft.com/office/drawing/2014/main" id="{1EDA9397-20AC-6CD4-9C25-79C3DF23DCE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95" name="Groep 94">
                <a:extLst>
                  <a:ext uri="{FF2B5EF4-FFF2-40B4-BE49-F238E27FC236}">
                    <a16:creationId xmlns:a16="http://schemas.microsoft.com/office/drawing/2014/main" id="{91B77590-ED4F-B5C0-EE34-CF79F6B97F32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96" name="Rechthoek 95">
                  <a:extLst>
                    <a:ext uri="{FF2B5EF4-FFF2-40B4-BE49-F238E27FC236}">
                      <a16:creationId xmlns:a16="http://schemas.microsoft.com/office/drawing/2014/main" id="{39A859A0-9648-2B58-F034-E5769BC683F4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97" name="Groep 96">
                  <a:extLst>
                    <a:ext uri="{FF2B5EF4-FFF2-40B4-BE49-F238E27FC236}">
                      <a16:creationId xmlns:a16="http://schemas.microsoft.com/office/drawing/2014/main" id="{A96C847A-6B95-F815-FADC-E4D98B8131E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99" name="Rechte verbindingslijn 98">
                    <a:extLst>
                      <a:ext uri="{FF2B5EF4-FFF2-40B4-BE49-F238E27FC236}">
                        <a16:creationId xmlns:a16="http://schemas.microsoft.com/office/drawing/2014/main" id="{736CF605-44EE-D987-EB5B-728729C883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0" name="Rechte verbindingslijn 99">
                    <a:extLst>
                      <a:ext uri="{FF2B5EF4-FFF2-40B4-BE49-F238E27FC236}">
                        <a16:creationId xmlns:a16="http://schemas.microsoft.com/office/drawing/2014/main" id="{07C798FE-08FA-F4EB-D4F6-9DAD4150B02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1" name="Rechte verbindingslijn 100">
                    <a:extLst>
                      <a:ext uri="{FF2B5EF4-FFF2-40B4-BE49-F238E27FC236}">
                        <a16:creationId xmlns:a16="http://schemas.microsoft.com/office/drawing/2014/main" id="{7382F33D-E537-8B78-A1F8-1BD507A2AA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2" name="Rechte verbindingslijn 101">
                    <a:extLst>
                      <a:ext uri="{FF2B5EF4-FFF2-40B4-BE49-F238E27FC236}">
                        <a16:creationId xmlns:a16="http://schemas.microsoft.com/office/drawing/2014/main" id="{EAFFA021-2546-2B56-333D-5FBECB24366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3" name="Rechte verbindingslijn 102">
                    <a:extLst>
                      <a:ext uri="{FF2B5EF4-FFF2-40B4-BE49-F238E27FC236}">
                        <a16:creationId xmlns:a16="http://schemas.microsoft.com/office/drawing/2014/main" id="{BB114421-AD8C-3F1C-9D0F-013C0476300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98" name="Pijl: rechts 97">
                  <a:extLst>
                    <a:ext uri="{FF2B5EF4-FFF2-40B4-BE49-F238E27FC236}">
                      <a16:creationId xmlns:a16="http://schemas.microsoft.com/office/drawing/2014/main" id="{D5DBC064-32DF-8604-DBB9-0908491146E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2912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afbeelding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6781D65E-AA09-F734-C0DA-6B80FD3E0C45}"/>
              </a:ext>
            </a:extLst>
          </p:cNvPr>
          <p:cNvSpPr/>
          <p:nvPr userDrawn="1"/>
        </p:nvSpPr>
        <p:spPr>
          <a:xfrm>
            <a:off x="727164" y="0"/>
            <a:ext cx="11464836" cy="685799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379FF7E-B1AE-4A0E-9A40-89517E8EBE33}"/>
              </a:ext>
            </a:extLst>
          </p:cNvPr>
          <p:cNvSpPr/>
          <p:nvPr userDrawn="1"/>
        </p:nvSpPr>
        <p:spPr>
          <a:xfrm>
            <a:off x="727164" y="6726402"/>
            <a:ext cx="11464836" cy="131598"/>
          </a:xfrm>
          <a:prstGeom prst="rect">
            <a:avLst/>
          </a:prstGeom>
          <a:gradFill>
            <a:gsLst>
              <a:gs pos="64000">
                <a:schemeClr val="accent1"/>
              </a:gs>
              <a:gs pos="100000">
                <a:srgbClr val="8ACEA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117" y="720000"/>
            <a:ext cx="2594113" cy="855929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184063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Tekst + afbeelding (L)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31118" y="2029216"/>
            <a:ext cx="2594112" cy="3803258"/>
          </a:xfrm>
        </p:spPr>
        <p:txBody>
          <a:bodyPr/>
          <a:lstStyle/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</p:txBody>
      </p:sp>
      <p:sp>
        <p:nvSpPr>
          <p:cNvPr id="6" name="Tijdelijke aanduiding voor tekst 6">
            <a:extLst>
              <a:ext uri="{FF2B5EF4-FFF2-40B4-BE49-F238E27FC236}">
                <a16:creationId xmlns:a16="http://schemas.microsoft.com/office/drawing/2014/main" id="{94E7C516-D6FE-07D5-1CFD-8411830E4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7" y="368300"/>
            <a:ext cx="2592997" cy="168113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sp>
        <p:nvSpPr>
          <p:cNvPr id="2" name="Tijdelijke aanduiding voor afbeelding 16">
            <a:extLst>
              <a:ext uri="{FF2B5EF4-FFF2-40B4-BE49-F238E27FC236}">
                <a16:creationId xmlns:a16="http://schemas.microsoft.com/office/drawing/2014/main" id="{275C00FF-F15B-277F-0017-BC9296D00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39790" y="0"/>
            <a:ext cx="6936770" cy="5856288"/>
          </a:xfrm>
          <a:solidFill>
            <a:schemeClr val="bg1"/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Klik op onderstaand pictogram 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14" name="Tijdelijke aanduiding voor voettekst 13">
            <a:extLst>
              <a:ext uri="{FF2B5EF4-FFF2-40B4-BE49-F238E27FC236}">
                <a16:creationId xmlns:a16="http://schemas.microsoft.com/office/drawing/2014/main" id="{80FC5369-8899-7443-FC70-ED6A1B2683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331117" y="6345238"/>
            <a:ext cx="5193163" cy="144759"/>
          </a:xfrm>
        </p:spPr>
        <p:txBody>
          <a:bodyPr/>
          <a:lstStyle/>
          <a:p>
            <a:r>
              <a:rPr lang="nl-NL" err="1"/>
              <a:t>Cerios</a:t>
            </a:r>
            <a:r>
              <a:rPr lang="nl-NL"/>
              <a:t> template-set</a:t>
            </a:r>
          </a:p>
        </p:txBody>
      </p:sp>
      <p:sp>
        <p:nvSpPr>
          <p:cNvPr id="15" name="Tijdelijke aanduiding voor dianummer 14">
            <a:extLst>
              <a:ext uri="{FF2B5EF4-FFF2-40B4-BE49-F238E27FC236}">
                <a16:creationId xmlns:a16="http://schemas.microsoft.com/office/drawing/2014/main" id="{4BDCCFDC-CC68-42DB-14E0-6AD9FADA055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grpSp>
        <p:nvGrpSpPr>
          <p:cNvPr id="22" name="INSTRUCTIE">
            <a:extLst>
              <a:ext uri="{FF2B5EF4-FFF2-40B4-BE49-F238E27FC236}">
                <a16:creationId xmlns:a16="http://schemas.microsoft.com/office/drawing/2014/main" id="{B1EC362C-B673-4788-80AE-891FD5E0DB8D}"/>
              </a:ext>
            </a:extLst>
          </p:cNvPr>
          <p:cNvGrpSpPr/>
          <p:nvPr userDrawn="1"/>
        </p:nvGrpSpPr>
        <p:grpSpPr>
          <a:xfrm>
            <a:off x="12377595" y="0"/>
            <a:ext cx="3693386" cy="5270646"/>
            <a:chOff x="-3786437" y="0"/>
            <a:chExt cx="3693386" cy="5270646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D286383C-4251-1441-ECE6-115DC56E0FBB}"/>
                </a:ext>
              </a:extLst>
            </p:cNvPr>
            <p:cNvSpPr/>
            <p:nvPr userDrawn="1"/>
          </p:nvSpPr>
          <p:spPr>
            <a:xfrm>
              <a:off x="-3786437" y="444264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1F80C2F5-9A9D-3EA5-614F-276B8C51FC16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44079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310470D1-5D47-81E8-1491-08532E0E1BF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68F2550E-BA84-99D1-6D78-C8C25EE81CFE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5598227C-730E-D482-EBEF-A597C5DD767B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8802284D-3063-B4C3-3E32-CABB2860CCFE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Ovaal 56">
                <a:extLst>
                  <a:ext uri="{FF2B5EF4-FFF2-40B4-BE49-F238E27FC236}">
                    <a16:creationId xmlns:a16="http://schemas.microsoft.com/office/drawing/2014/main" id="{485AC636-BA95-8498-29E0-B995D1F4BEA8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" name="Vrije vorm: vorm 57">
                <a:extLst>
                  <a:ext uri="{FF2B5EF4-FFF2-40B4-BE49-F238E27FC236}">
                    <a16:creationId xmlns:a16="http://schemas.microsoft.com/office/drawing/2014/main" id="{5406A405-3CD1-0758-E79C-A4A85CC9FE77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: afgeronde hoeken 58">
                <a:extLst>
                  <a:ext uri="{FF2B5EF4-FFF2-40B4-BE49-F238E27FC236}">
                    <a16:creationId xmlns:a16="http://schemas.microsoft.com/office/drawing/2014/main" id="{D994BE1F-88E0-C185-F321-1BE16599FF5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60" name="Rechte verbindingslijn 59">
                <a:extLst>
                  <a:ext uri="{FF2B5EF4-FFF2-40B4-BE49-F238E27FC236}">
                    <a16:creationId xmlns:a16="http://schemas.microsoft.com/office/drawing/2014/main" id="{D598D304-B64A-5EC3-443A-59DBA23CBC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Rechte verbindingslijn 60">
                <a:extLst>
                  <a:ext uri="{FF2B5EF4-FFF2-40B4-BE49-F238E27FC236}">
                    <a16:creationId xmlns:a16="http://schemas.microsoft.com/office/drawing/2014/main" id="{31614365-6C95-11B6-9E10-59AF3DED2F97}"/>
                  </a:ext>
                </a:extLst>
              </p:cNvPr>
              <p:cNvCxnSpPr>
                <a:cxnSpLocks/>
                <a:stCxn id="59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CB1E7EC7-FFDD-1241-9EB0-34F592010D3C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5E3F58BA-37C4-0EE0-BD43-861F600D0547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F92BE1C8-3308-E5A7-EB9A-AC24202CF86A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53" name="Rechthoek 52">
                <a:extLst>
                  <a:ext uri="{FF2B5EF4-FFF2-40B4-BE49-F238E27FC236}">
                    <a16:creationId xmlns:a16="http://schemas.microsoft.com/office/drawing/2014/main" id="{85529B23-F3EF-C155-CC2B-8C1EEB64EEA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54" name="Rechte verbindingslijn 53">
                <a:extLst>
                  <a:ext uri="{FF2B5EF4-FFF2-40B4-BE49-F238E27FC236}">
                    <a16:creationId xmlns:a16="http://schemas.microsoft.com/office/drawing/2014/main" id="{112842EF-F24D-8F21-3A58-D8D4F5129FCA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55" name="Gelijkbenige driehoek 54">
                <a:extLst>
                  <a:ext uri="{FF2B5EF4-FFF2-40B4-BE49-F238E27FC236}">
                    <a16:creationId xmlns:a16="http://schemas.microsoft.com/office/drawing/2014/main" id="{6962C658-465E-F4BE-2963-1B31E009EFF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766D4078-5DCE-B48E-DA95-94DE4E2612E0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A765514F-D06D-C734-04F0-E2F9D1119ABE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33" name="Groep 32">
              <a:extLst>
                <a:ext uri="{FF2B5EF4-FFF2-40B4-BE49-F238E27FC236}">
                  <a16:creationId xmlns:a16="http://schemas.microsoft.com/office/drawing/2014/main" id="{1069A8C3-8C62-823F-5C04-61A89F4B4C58}"/>
                </a:ext>
              </a:extLst>
            </p:cNvPr>
            <p:cNvGrpSpPr/>
            <p:nvPr userDrawn="1"/>
          </p:nvGrpSpPr>
          <p:grpSpPr>
            <a:xfrm>
              <a:off x="-3408294" y="3643742"/>
              <a:ext cx="622283" cy="612920"/>
              <a:chOff x="12617641" y="3403239"/>
              <a:chExt cx="752963" cy="741634"/>
            </a:xfrm>
          </p:grpSpPr>
          <p:grpSp>
            <p:nvGrpSpPr>
              <p:cNvPr id="37" name="Groep 36">
                <a:extLst>
                  <a:ext uri="{FF2B5EF4-FFF2-40B4-BE49-F238E27FC236}">
                    <a16:creationId xmlns:a16="http://schemas.microsoft.com/office/drawing/2014/main" id="{8E61AE53-8339-E6DD-6929-7C937F35469F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CFAF466D-BFD1-D722-BD20-7C816771A9BF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7" name="Groep 46">
                    <a:extLst>
                      <a:ext uri="{FF2B5EF4-FFF2-40B4-BE49-F238E27FC236}">
                        <a16:creationId xmlns:a16="http://schemas.microsoft.com/office/drawing/2014/main" id="{740E4F59-1D49-50A6-2BC1-C5E00295F65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0" name="Rechthoek 49">
                      <a:extLst>
                        <a:ext uri="{FF2B5EF4-FFF2-40B4-BE49-F238E27FC236}">
                          <a16:creationId xmlns:a16="http://schemas.microsoft.com/office/drawing/2014/main" id="{E5F9C931-A281-B8C1-AD07-C7A8B3074DD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1" name="Rechthoek 50">
                      <a:extLst>
                        <a:ext uri="{FF2B5EF4-FFF2-40B4-BE49-F238E27FC236}">
                          <a16:creationId xmlns:a16="http://schemas.microsoft.com/office/drawing/2014/main" id="{C6E6D4D3-1D8F-2CA7-9BB0-2A98F241688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2" name="Ovaal 51">
                      <a:extLst>
                        <a:ext uri="{FF2B5EF4-FFF2-40B4-BE49-F238E27FC236}">
                          <a16:creationId xmlns:a16="http://schemas.microsoft.com/office/drawing/2014/main" id="{1A2DFAE6-D4F4-85CB-9B03-CF813980986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8" name="Afbeelding 47">
                    <a:extLst>
                      <a:ext uri="{FF2B5EF4-FFF2-40B4-BE49-F238E27FC236}">
                        <a16:creationId xmlns:a16="http://schemas.microsoft.com/office/drawing/2014/main" id="{323D5AB8-F504-5F02-38EB-0257999D163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9" name="Afbeelding 48">
                    <a:extLst>
                      <a:ext uri="{FF2B5EF4-FFF2-40B4-BE49-F238E27FC236}">
                        <a16:creationId xmlns:a16="http://schemas.microsoft.com/office/drawing/2014/main" id="{D7D703D1-54F4-B8A0-0055-31FB269D2B3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F0601848-31B7-18DF-43BB-21A271111D7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92E579F0-8D39-757B-1456-0E866179305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DD83AC5A-29A6-1763-03AE-60D687AC47A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DF0C0EAD-D049-DFA3-ABCE-E702C4AB70D9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B125E541-A717-1837-DA4E-AF6D1854730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3B01E37C-5DAC-BDC0-D995-D490D4421AC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31009A93-2853-F2A4-AA89-07454F414A93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9" name="Gelijkbenige driehoek 38">
                <a:extLst>
                  <a:ext uri="{FF2B5EF4-FFF2-40B4-BE49-F238E27FC236}">
                    <a16:creationId xmlns:a16="http://schemas.microsoft.com/office/drawing/2014/main" id="{646E46F8-53C6-8BED-5DAC-78AF313960AE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ICOON_info">
              <a:extLst>
                <a:ext uri="{FF2B5EF4-FFF2-40B4-BE49-F238E27FC236}">
                  <a16:creationId xmlns:a16="http://schemas.microsoft.com/office/drawing/2014/main" id="{544AF02A-C894-C647-9FE4-7BC2C867009D}"/>
                </a:ext>
              </a:extLst>
            </p:cNvPr>
            <p:cNvGrpSpPr/>
            <p:nvPr userDrawn="1"/>
          </p:nvGrpSpPr>
          <p:grpSpPr>
            <a:xfrm>
              <a:off x="-376736" y="4271597"/>
              <a:ext cx="283685" cy="283685"/>
              <a:chOff x="-510741" y="5913713"/>
              <a:chExt cx="267555" cy="267555"/>
            </a:xfrm>
          </p:grpSpPr>
          <p:sp>
            <p:nvSpPr>
              <p:cNvPr id="35" name="Ovaal 34">
                <a:extLst>
                  <a:ext uri="{FF2B5EF4-FFF2-40B4-BE49-F238E27FC236}">
                    <a16:creationId xmlns:a16="http://schemas.microsoft.com/office/drawing/2014/main" id="{42A11830-4FDB-74A0-8BBD-9037C58B9D4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Graphic 163" descr="Informatie">
                <a:extLst>
                  <a:ext uri="{FF2B5EF4-FFF2-40B4-BE49-F238E27FC236}">
                    <a16:creationId xmlns:a16="http://schemas.microsoft.com/office/drawing/2014/main" id="{DE84FEF9-98BF-3899-45B2-B84BA72E1CE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62" name="INSTRUCTIE">
            <a:extLst>
              <a:ext uri="{FF2B5EF4-FFF2-40B4-BE49-F238E27FC236}">
                <a16:creationId xmlns:a16="http://schemas.microsoft.com/office/drawing/2014/main" id="{7CD4AD4A-5F94-6391-5D24-FE494F7021C8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38DFECC2-8BCE-E9C7-2588-92C14170C63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+mj-lt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64" name="Ovaal 63">
              <a:extLst>
                <a:ext uri="{FF2B5EF4-FFF2-40B4-BE49-F238E27FC236}">
                  <a16:creationId xmlns:a16="http://schemas.microsoft.com/office/drawing/2014/main" id="{B601E202-99D5-BD7C-348B-6BCBE502D786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6CFF1E85-F9A0-892C-803F-48666F03380B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4625" marR="0" lvl="0" indent="-17462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8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628EE85A-DBFC-18E5-4EDD-F0BF7D5B3176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BD594B1D-1B0A-9477-C91A-7B449960027A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E290974C-13EA-5B7E-0496-B70F545C2919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5600" marR="0" lvl="1" indent="-1778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#1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5DD141C0-32C7-406E-983A-AB4ADEFA68A0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70" name="Rechthoek 69">
              <a:extLst>
                <a:ext uri="{FF2B5EF4-FFF2-40B4-BE49-F238E27FC236}">
                  <a16:creationId xmlns:a16="http://schemas.microsoft.com/office/drawing/2014/main" id="{A06F678B-CCCC-4C4F-583C-956DA486A6D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1813" marR="0" lvl="2" indent="-17145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Segoe UI Light" panose="020B0502040204020203" pitchFamily="34" charset="0"/>
                <a:buChar char="–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#2</a:t>
              </a:r>
            </a:p>
          </p:txBody>
        </p:sp>
        <p:sp>
          <p:nvSpPr>
            <p:cNvPr id="71" name="Ovaal 70">
              <a:extLst>
                <a:ext uri="{FF2B5EF4-FFF2-40B4-BE49-F238E27FC236}">
                  <a16:creationId xmlns:a16="http://schemas.microsoft.com/office/drawing/2014/main" id="{43A4F0D9-1B87-21E8-1E25-8123CBE52A5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2264C035-4CB1-CED6-1BB5-6D09201B29CF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Leestekst</a:t>
              </a:r>
            </a:p>
          </p:txBody>
        </p:sp>
        <p:sp>
          <p:nvSpPr>
            <p:cNvPr id="73" name="Ovaal 72">
              <a:extLst>
                <a:ext uri="{FF2B5EF4-FFF2-40B4-BE49-F238E27FC236}">
                  <a16:creationId xmlns:a16="http://schemas.microsoft.com/office/drawing/2014/main" id="{73F767FF-672C-AB2F-0F40-36C514E74373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B97644EF-920A-670D-8074-A54B52043FDB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600" b="1" kern="1200" noProof="0">
                  <a:solidFill>
                    <a:schemeClr val="accent3"/>
                  </a:solidFill>
                  <a:latin typeface="+mj-lt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4C588E8B-4C63-40EE-361A-9D1867BAE9A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1261B5DF-4E95-DD5F-CC2B-2DA81B120977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8288" marR="0" lvl="6" indent="-26828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Numerieke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Ovaal 76">
              <a:extLst>
                <a:ext uri="{FF2B5EF4-FFF2-40B4-BE49-F238E27FC236}">
                  <a16:creationId xmlns:a16="http://schemas.microsoft.com/office/drawing/2014/main" id="{64E3E013-CCF3-CFE1-E244-CE407B2F564A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470C46B3-3D16-4EC2-E916-FD3F48097B16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74638" marR="0" lvl="7" indent="-27463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Alfabetische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690FC8A9-772B-D838-A58E-DF1F1FF84834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C8210ADB-DE7F-2F40-676E-1C137B0C9E49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8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100" i="1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81" name="Ovaal 80">
              <a:extLst>
                <a:ext uri="{FF2B5EF4-FFF2-40B4-BE49-F238E27FC236}">
                  <a16:creationId xmlns:a16="http://schemas.microsoft.com/office/drawing/2014/main" id="{AD0E153E-7B3A-E696-5E1B-C126DDF805E2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88CF537F-0750-6456-0F22-AF2AFF9678CF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400" b="1" kern="1200" cap="none" baseline="0" noProof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Subtitel #2</a:t>
              </a:r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893808FF-7FD1-0C57-466B-6C277D5DABB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84" name="ICOON_info">
              <a:extLst>
                <a:ext uri="{FF2B5EF4-FFF2-40B4-BE49-F238E27FC236}">
                  <a16:creationId xmlns:a16="http://schemas.microsoft.com/office/drawing/2014/main" id="{128BD48A-0F2F-6CA6-DDE4-FC29F34E3800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26" name="Ovaal 125">
                <a:extLst>
                  <a:ext uri="{FF2B5EF4-FFF2-40B4-BE49-F238E27FC236}">
                    <a16:creationId xmlns:a16="http://schemas.microsoft.com/office/drawing/2014/main" id="{9C3CE7B3-9AC1-4EDF-96D9-B84FCE02C1D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7" name="Graphic 163" descr="Informatie">
                <a:extLst>
                  <a:ext uri="{FF2B5EF4-FFF2-40B4-BE49-F238E27FC236}">
                    <a16:creationId xmlns:a16="http://schemas.microsoft.com/office/drawing/2014/main" id="{2FF05E1C-13FF-1D24-8292-DB38BAE10D4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5" name="VOORBEELD">
              <a:extLst>
                <a:ext uri="{FF2B5EF4-FFF2-40B4-BE49-F238E27FC236}">
                  <a16:creationId xmlns:a16="http://schemas.microsoft.com/office/drawing/2014/main" id="{E0E13163-7A8B-8BD3-4F0B-22C632B1D15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86" name="Rechthoek 85">
                <a:extLst>
                  <a:ext uri="{FF2B5EF4-FFF2-40B4-BE49-F238E27FC236}">
                    <a16:creationId xmlns:a16="http://schemas.microsoft.com/office/drawing/2014/main" id="{02D416CD-3FAB-E5F0-D684-CEBE2CBD531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563B2353-DE8A-3BF3-5F66-96A43A885E1E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8" name="Groep 87">
                <a:extLst>
                  <a:ext uri="{FF2B5EF4-FFF2-40B4-BE49-F238E27FC236}">
                    <a16:creationId xmlns:a16="http://schemas.microsoft.com/office/drawing/2014/main" id="{8D7C5840-7967-A553-B515-8D0DA6602F8A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19" name="Groep 118">
                  <a:extLst>
                    <a:ext uri="{FF2B5EF4-FFF2-40B4-BE49-F238E27FC236}">
                      <a16:creationId xmlns:a16="http://schemas.microsoft.com/office/drawing/2014/main" id="{B86E7512-9CAC-F2D2-F539-7239602C62E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21" name="Rechte verbindingslijn 120">
                    <a:extLst>
                      <a:ext uri="{FF2B5EF4-FFF2-40B4-BE49-F238E27FC236}">
                        <a16:creationId xmlns:a16="http://schemas.microsoft.com/office/drawing/2014/main" id="{9F994D9E-9FB7-91A3-B3E6-6DC05783B1C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2" name="Rechte verbindingslijn 121">
                    <a:extLst>
                      <a:ext uri="{FF2B5EF4-FFF2-40B4-BE49-F238E27FC236}">
                        <a16:creationId xmlns:a16="http://schemas.microsoft.com/office/drawing/2014/main" id="{7D274C99-5B92-FF7F-ADA0-D6337C7D7E8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3" name="Rechte verbindingslijn 122">
                    <a:extLst>
                      <a:ext uri="{FF2B5EF4-FFF2-40B4-BE49-F238E27FC236}">
                        <a16:creationId xmlns:a16="http://schemas.microsoft.com/office/drawing/2014/main" id="{0B66B965-FEF3-6FEB-B48C-456A754F28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4" name="Rechte verbindingslijn 123">
                    <a:extLst>
                      <a:ext uri="{FF2B5EF4-FFF2-40B4-BE49-F238E27FC236}">
                        <a16:creationId xmlns:a16="http://schemas.microsoft.com/office/drawing/2014/main" id="{D534FBE4-B1AA-84EC-8B21-8A946B98A0B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5" name="Rechte verbindingslijn 124">
                    <a:extLst>
                      <a:ext uri="{FF2B5EF4-FFF2-40B4-BE49-F238E27FC236}">
                        <a16:creationId xmlns:a16="http://schemas.microsoft.com/office/drawing/2014/main" id="{B5AA014D-30CD-ACA7-42F5-940D6E9CE8B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0" name="Pijl: rechts 119">
                  <a:extLst>
                    <a:ext uri="{FF2B5EF4-FFF2-40B4-BE49-F238E27FC236}">
                      <a16:creationId xmlns:a16="http://schemas.microsoft.com/office/drawing/2014/main" id="{6525C377-6BB7-EEAB-0D07-CCF1C8B16F10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9" name="Groep 88">
                <a:extLst>
                  <a:ext uri="{FF2B5EF4-FFF2-40B4-BE49-F238E27FC236}">
                    <a16:creationId xmlns:a16="http://schemas.microsoft.com/office/drawing/2014/main" id="{9DFF2C26-671D-3996-8787-8796943615F0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12" name="Groep 111">
                  <a:extLst>
                    <a:ext uri="{FF2B5EF4-FFF2-40B4-BE49-F238E27FC236}">
                      <a16:creationId xmlns:a16="http://schemas.microsoft.com/office/drawing/2014/main" id="{5F88CB4E-444D-C693-6FDA-3E4C24304B6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14" name="Rechte verbindingslijn 113">
                    <a:extLst>
                      <a:ext uri="{FF2B5EF4-FFF2-40B4-BE49-F238E27FC236}">
                        <a16:creationId xmlns:a16="http://schemas.microsoft.com/office/drawing/2014/main" id="{F044A289-5CC1-93FC-24DE-9DFFC6EBA5D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5" name="Rechte verbindingslijn 114">
                    <a:extLst>
                      <a:ext uri="{FF2B5EF4-FFF2-40B4-BE49-F238E27FC236}">
                        <a16:creationId xmlns:a16="http://schemas.microsoft.com/office/drawing/2014/main" id="{4C6B49E9-6FC1-A6B4-990F-C0E26559D5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6" name="Rechte verbindingslijn 115">
                    <a:extLst>
                      <a:ext uri="{FF2B5EF4-FFF2-40B4-BE49-F238E27FC236}">
                        <a16:creationId xmlns:a16="http://schemas.microsoft.com/office/drawing/2014/main" id="{542619B9-4F14-6B5B-AE63-3F3C8B60A9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7" name="Rechte verbindingslijn 116">
                    <a:extLst>
                      <a:ext uri="{FF2B5EF4-FFF2-40B4-BE49-F238E27FC236}">
                        <a16:creationId xmlns:a16="http://schemas.microsoft.com/office/drawing/2014/main" id="{ED81082F-EB5E-4EDA-0569-DE49405EB5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8" name="Rechte verbindingslijn 117">
                    <a:extLst>
                      <a:ext uri="{FF2B5EF4-FFF2-40B4-BE49-F238E27FC236}">
                        <a16:creationId xmlns:a16="http://schemas.microsoft.com/office/drawing/2014/main" id="{F7042E2A-9225-EF60-BB7D-55C917854D7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13" name="Pijl: rechts 112">
                  <a:extLst>
                    <a:ext uri="{FF2B5EF4-FFF2-40B4-BE49-F238E27FC236}">
                      <a16:creationId xmlns:a16="http://schemas.microsoft.com/office/drawing/2014/main" id="{FF8092FA-1945-D708-AC19-2E99C10261D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90" name="Rechte verbindingslijn 89">
                <a:extLst>
                  <a:ext uri="{FF2B5EF4-FFF2-40B4-BE49-F238E27FC236}">
                    <a16:creationId xmlns:a16="http://schemas.microsoft.com/office/drawing/2014/main" id="{A22B49BD-1F04-472B-3050-ED761FC1C43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297D5A5E-7A68-E7A4-CDC4-82760504BF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92" name="Rechthoek 91">
                <a:extLst>
                  <a:ext uri="{FF2B5EF4-FFF2-40B4-BE49-F238E27FC236}">
                    <a16:creationId xmlns:a16="http://schemas.microsoft.com/office/drawing/2014/main" id="{A282BA78-A383-692E-BEFE-9DA06E3BD033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D0579F3E-F3B5-61DE-5540-F1AEB2705E9F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94" name="Groep 93">
                <a:extLst>
                  <a:ext uri="{FF2B5EF4-FFF2-40B4-BE49-F238E27FC236}">
                    <a16:creationId xmlns:a16="http://schemas.microsoft.com/office/drawing/2014/main" id="{BF8BE21E-6F4A-35FD-DA43-6B075039DE8F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04" name="Rechthoek 103">
                  <a:extLst>
                    <a:ext uri="{FF2B5EF4-FFF2-40B4-BE49-F238E27FC236}">
                      <a16:creationId xmlns:a16="http://schemas.microsoft.com/office/drawing/2014/main" id="{3A6F9AAC-18ED-9FD2-AC96-CDF7D768053F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5" name="Groep 104">
                  <a:extLst>
                    <a:ext uri="{FF2B5EF4-FFF2-40B4-BE49-F238E27FC236}">
                      <a16:creationId xmlns:a16="http://schemas.microsoft.com/office/drawing/2014/main" id="{B5E3F0FE-68F5-AF4A-09AD-B799376ABC0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07" name="Rechte verbindingslijn 106">
                    <a:extLst>
                      <a:ext uri="{FF2B5EF4-FFF2-40B4-BE49-F238E27FC236}">
                        <a16:creationId xmlns:a16="http://schemas.microsoft.com/office/drawing/2014/main" id="{F50BCA2C-7802-8527-2DDB-3656945926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8" name="Rechte verbindingslijn 107">
                    <a:extLst>
                      <a:ext uri="{FF2B5EF4-FFF2-40B4-BE49-F238E27FC236}">
                        <a16:creationId xmlns:a16="http://schemas.microsoft.com/office/drawing/2014/main" id="{7D0C2D4D-1D74-0530-7672-6F1ED1AD1A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28E86F2F-9201-15D2-F813-BF337E58A0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0" name="Rechte verbindingslijn 109">
                    <a:extLst>
                      <a:ext uri="{FF2B5EF4-FFF2-40B4-BE49-F238E27FC236}">
                        <a16:creationId xmlns:a16="http://schemas.microsoft.com/office/drawing/2014/main" id="{934BA27F-DD9E-BD20-E41D-52960D2171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1" name="Rechte verbindingslijn 110">
                    <a:extLst>
                      <a:ext uri="{FF2B5EF4-FFF2-40B4-BE49-F238E27FC236}">
                        <a16:creationId xmlns:a16="http://schemas.microsoft.com/office/drawing/2014/main" id="{50B7EE8C-8C74-2BAA-5AAD-CDB104EF1E1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6" name="Pijl: rechts 105">
                  <a:extLst>
                    <a:ext uri="{FF2B5EF4-FFF2-40B4-BE49-F238E27FC236}">
                      <a16:creationId xmlns:a16="http://schemas.microsoft.com/office/drawing/2014/main" id="{1EDA9397-20AC-6CD4-9C25-79C3DF23DCE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95" name="Groep 94">
                <a:extLst>
                  <a:ext uri="{FF2B5EF4-FFF2-40B4-BE49-F238E27FC236}">
                    <a16:creationId xmlns:a16="http://schemas.microsoft.com/office/drawing/2014/main" id="{91B77590-ED4F-B5C0-EE34-CF79F6B97F32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96" name="Rechthoek 95">
                  <a:extLst>
                    <a:ext uri="{FF2B5EF4-FFF2-40B4-BE49-F238E27FC236}">
                      <a16:creationId xmlns:a16="http://schemas.microsoft.com/office/drawing/2014/main" id="{39A859A0-9648-2B58-F034-E5769BC683F4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97" name="Groep 96">
                  <a:extLst>
                    <a:ext uri="{FF2B5EF4-FFF2-40B4-BE49-F238E27FC236}">
                      <a16:creationId xmlns:a16="http://schemas.microsoft.com/office/drawing/2014/main" id="{A96C847A-6B95-F815-FADC-E4D98B8131E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99" name="Rechte verbindingslijn 98">
                    <a:extLst>
                      <a:ext uri="{FF2B5EF4-FFF2-40B4-BE49-F238E27FC236}">
                        <a16:creationId xmlns:a16="http://schemas.microsoft.com/office/drawing/2014/main" id="{736CF605-44EE-D987-EB5B-728729C883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0" name="Rechte verbindingslijn 99">
                    <a:extLst>
                      <a:ext uri="{FF2B5EF4-FFF2-40B4-BE49-F238E27FC236}">
                        <a16:creationId xmlns:a16="http://schemas.microsoft.com/office/drawing/2014/main" id="{07C798FE-08FA-F4EB-D4F6-9DAD4150B02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1" name="Rechte verbindingslijn 100">
                    <a:extLst>
                      <a:ext uri="{FF2B5EF4-FFF2-40B4-BE49-F238E27FC236}">
                        <a16:creationId xmlns:a16="http://schemas.microsoft.com/office/drawing/2014/main" id="{7382F33D-E537-8B78-A1F8-1BD507A2AA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2" name="Rechte verbindingslijn 101">
                    <a:extLst>
                      <a:ext uri="{FF2B5EF4-FFF2-40B4-BE49-F238E27FC236}">
                        <a16:creationId xmlns:a16="http://schemas.microsoft.com/office/drawing/2014/main" id="{EAFFA021-2546-2B56-333D-5FBECB24366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3" name="Rechte verbindingslijn 102">
                    <a:extLst>
                      <a:ext uri="{FF2B5EF4-FFF2-40B4-BE49-F238E27FC236}">
                        <a16:creationId xmlns:a16="http://schemas.microsoft.com/office/drawing/2014/main" id="{BB114421-AD8C-3F1C-9D0F-013C0476300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98" name="Pijl: rechts 97">
                  <a:extLst>
                    <a:ext uri="{FF2B5EF4-FFF2-40B4-BE49-F238E27FC236}">
                      <a16:creationId xmlns:a16="http://schemas.microsoft.com/office/drawing/2014/main" id="{D5DBC064-32DF-8604-DBB9-0908491146E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69082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hthoek 133">
            <a:extLst>
              <a:ext uri="{FF2B5EF4-FFF2-40B4-BE49-F238E27FC236}">
                <a16:creationId xmlns:a16="http://schemas.microsoft.com/office/drawing/2014/main" id="{B4E8C993-CB54-14D2-D6CC-BB331AB43B87}"/>
              </a:ext>
            </a:extLst>
          </p:cNvPr>
          <p:cNvSpPr/>
          <p:nvPr userDrawn="1"/>
        </p:nvSpPr>
        <p:spPr>
          <a:xfrm>
            <a:off x="727164" y="0"/>
            <a:ext cx="11464836" cy="685799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35" name="Rechthoek 134">
            <a:extLst>
              <a:ext uri="{FF2B5EF4-FFF2-40B4-BE49-F238E27FC236}">
                <a16:creationId xmlns:a16="http://schemas.microsoft.com/office/drawing/2014/main" id="{A47A8891-2EB7-90C0-79A4-6E431584211C}"/>
              </a:ext>
            </a:extLst>
          </p:cNvPr>
          <p:cNvSpPr/>
          <p:nvPr userDrawn="1"/>
        </p:nvSpPr>
        <p:spPr>
          <a:xfrm>
            <a:off x="727164" y="6726402"/>
            <a:ext cx="11464836" cy="131598"/>
          </a:xfrm>
          <a:prstGeom prst="rect">
            <a:avLst/>
          </a:prstGeom>
          <a:gradFill>
            <a:gsLst>
              <a:gs pos="64000">
                <a:schemeClr val="accent1"/>
              </a:gs>
              <a:gs pos="100000">
                <a:srgbClr val="8ACEA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083051" y="719139"/>
            <a:ext cx="5381784" cy="5137150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Klik op onderstaand pictogram 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117" y="720000"/>
            <a:ext cx="4167809" cy="872263"/>
          </a:xfrm>
        </p:spPr>
        <p:txBody>
          <a:bodyPr/>
          <a:lstStyle/>
          <a:p>
            <a:r>
              <a:rPr lang="nl-NL" noProof="0"/>
              <a:t>Plaats hier je titel</a:t>
            </a:r>
          </a:p>
        </p:txBody>
      </p:sp>
      <p:sp>
        <p:nvSpPr>
          <p:cNvPr id="66" name="Rechthoek 65">
            <a:extLst>
              <a:ext uri="{FF2B5EF4-FFF2-40B4-BE49-F238E27FC236}">
                <a16:creationId xmlns:a16="http://schemas.microsoft.com/office/drawing/2014/main" id="{E1DF2F67-9499-4802-9907-3BD145604634}"/>
              </a:ext>
            </a:extLst>
          </p:cNvPr>
          <p:cNvSpPr/>
          <p:nvPr userDrawn="1"/>
        </p:nvSpPr>
        <p:spPr>
          <a:xfrm>
            <a:off x="0" y="-425941"/>
            <a:ext cx="123181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Tekst + grafiek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B9D1CBE-286C-47E0-87BA-042477FE10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 err="1"/>
              <a:t>Cerios</a:t>
            </a:r>
            <a:r>
              <a:rPr lang="nl-NL"/>
              <a:t> template-set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CE41C6-FDB9-4D2A-AE1B-7ECD442873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65E285AC-270E-3541-F1EA-BE0F26AA9E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7" y="368300"/>
            <a:ext cx="4167809" cy="168113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grpSp>
        <p:nvGrpSpPr>
          <p:cNvPr id="11" name="INSTRUCTIE">
            <a:extLst>
              <a:ext uri="{FF2B5EF4-FFF2-40B4-BE49-F238E27FC236}">
                <a16:creationId xmlns:a16="http://schemas.microsoft.com/office/drawing/2014/main" id="{C701AF8B-DFA5-D952-A3CA-E189E1F1BEAB}"/>
              </a:ext>
            </a:extLst>
          </p:cNvPr>
          <p:cNvGrpSpPr/>
          <p:nvPr userDrawn="1"/>
        </p:nvGrpSpPr>
        <p:grpSpPr>
          <a:xfrm>
            <a:off x="12377595" y="1"/>
            <a:ext cx="3693386" cy="6233352"/>
            <a:chOff x="-3786437" y="1"/>
            <a:chExt cx="3693386" cy="6233352"/>
          </a:xfrm>
        </p:grpSpPr>
        <p:grpSp>
          <p:nvGrpSpPr>
            <p:cNvPr id="12" name="Groep 11">
              <a:extLst>
                <a:ext uri="{FF2B5EF4-FFF2-40B4-BE49-F238E27FC236}">
                  <a16:creationId xmlns:a16="http://schemas.microsoft.com/office/drawing/2014/main" id="{64724C3D-F7BF-F458-1A26-4FF98A4AD798}"/>
                </a:ext>
              </a:extLst>
            </p:cNvPr>
            <p:cNvGrpSpPr/>
            <p:nvPr userDrawn="1"/>
          </p:nvGrpSpPr>
          <p:grpSpPr>
            <a:xfrm>
              <a:off x="-3786437" y="3752148"/>
              <a:ext cx="3693386" cy="2481205"/>
              <a:chOff x="-3786437" y="3752148"/>
              <a:chExt cx="3693386" cy="2481205"/>
            </a:xfrm>
          </p:grpSpPr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18AE68B6-CC83-7C3F-FC4B-BBDA31F6F7F7}"/>
                  </a:ext>
                </a:extLst>
              </p:cNvPr>
              <p:cNvSpPr/>
              <p:nvPr userDrawn="1"/>
            </p:nvSpPr>
            <p:spPr>
              <a:xfrm>
                <a:off x="-3786165" y="3752148"/>
                <a:ext cx="3593091" cy="17526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Grafiek data bewerken</a:t>
                </a:r>
              </a:p>
            </p:txBody>
          </p:sp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92E9BA8A-DC91-C225-2B45-1DEFF247ED86}"/>
                  </a:ext>
                </a:extLst>
              </p:cNvPr>
              <p:cNvSpPr/>
              <p:nvPr userDrawn="1"/>
            </p:nvSpPr>
            <p:spPr>
              <a:xfrm>
                <a:off x="-3603587" y="421674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3CC7E062-8B16-0A7D-0122-08BECAB6CBB6}"/>
                  </a:ext>
                </a:extLst>
              </p:cNvPr>
              <p:cNvSpPr/>
              <p:nvPr userDrawn="1"/>
            </p:nvSpPr>
            <p:spPr>
              <a:xfrm>
                <a:off x="-3319415" y="4216747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‘Gegevens bewerken’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6" name="Groep 35">
                <a:extLst>
                  <a:ext uri="{FF2B5EF4-FFF2-40B4-BE49-F238E27FC236}">
                    <a16:creationId xmlns:a16="http://schemas.microsoft.com/office/drawing/2014/main" id="{917B711F-47B4-AB6E-40C2-98B1529D0021}"/>
                  </a:ext>
                </a:extLst>
              </p:cNvPr>
              <p:cNvGrpSpPr/>
              <p:nvPr userDrawn="1"/>
            </p:nvGrpSpPr>
            <p:grpSpPr>
              <a:xfrm>
                <a:off x="-3314821" y="4656539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41" name="Rechthoek 40">
                  <a:extLst>
                    <a:ext uri="{FF2B5EF4-FFF2-40B4-BE49-F238E27FC236}">
                      <a16:creationId xmlns:a16="http://schemas.microsoft.com/office/drawing/2014/main" id="{B35CF89E-AD3D-21E6-EC9F-55552A11AB8F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2" name="Rechthoek 41">
                  <a:extLst>
                    <a:ext uri="{FF2B5EF4-FFF2-40B4-BE49-F238E27FC236}">
                      <a16:creationId xmlns:a16="http://schemas.microsoft.com/office/drawing/2014/main" id="{067E55BB-ECDC-8E06-E09F-C0ECB6E48B08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" name="Tekstvak 42">
                  <a:extLst>
                    <a:ext uri="{FF2B5EF4-FFF2-40B4-BE49-F238E27FC236}">
                      <a16:creationId xmlns:a16="http://schemas.microsoft.com/office/drawing/2014/main" id="{802DC194-D160-098E-0299-F7397A113A0A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Grafiektype wijzigen</a:t>
                  </a:r>
                </a:p>
              </p:txBody>
            </p:sp>
            <p:sp>
              <p:nvSpPr>
                <p:cNvPr id="44" name="Tekstvak 43">
                  <a:extLst>
                    <a:ext uri="{FF2B5EF4-FFF2-40B4-BE49-F238E27FC236}">
                      <a16:creationId xmlns:a16="http://schemas.microsoft.com/office/drawing/2014/main" id="{F5CCB814-DC1D-0AE7-4597-F71B8FAB8327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Gegevens bewerken</a:t>
                  </a:r>
                </a:p>
              </p:txBody>
            </p:sp>
            <p:sp>
              <p:nvSpPr>
                <p:cNvPr id="45" name="Vrije vorm: vorm 44">
                  <a:extLst>
                    <a:ext uri="{FF2B5EF4-FFF2-40B4-BE49-F238E27FC236}">
                      <a16:creationId xmlns:a16="http://schemas.microsoft.com/office/drawing/2014/main" id="{6447C324-D419-FB7D-EA06-CC2F0FEA3FAB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B01AA8DB-C1EA-43A1-011B-601ED4EA3A7D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9B7E361D-3D58-8619-18BB-A8EC76860DE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6E629E53-7FC4-1F67-66C7-C7841FD6D5D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48DC964F-70CC-B3D1-CDFA-1071E8F9957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DF5088AA-CCAC-08E3-6768-F54F578A1A30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91FCA6BD-3A60-1677-78DC-9188483C31A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49" name="Groep 48">
                    <a:extLst>
                      <a:ext uri="{FF2B5EF4-FFF2-40B4-BE49-F238E27FC236}">
                        <a16:creationId xmlns:a16="http://schemas.microsoft.com/office/drawing/2014/main" id="{A2F049C7-ABA9-0DC7-3709-6C8110DC6FA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59" name="Rechte verbindingslijn 58">
                      <a:extLst>
                        <a:ext uri="{FF2B5EF4-FFF2-40B4-BE49-F238E27FC236}">
                          <a16:creationId xmlns:a16="http://schemas.microsoft.com/office/drawing/2014/main" id="{B072C5A8-9682-7FE7-4FA1-8F84F1436DFC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0" name="Rechte verbindingslijn 59">
                      <a:extLst>
                        <a:ext uri="{FF2B5EF4-FFF2-40B4-BE49-F238E27FC236}">
                          <a16:creationId xmlns:a16="http://schemas.microsoft.com/office/drawing/2014/main" id="{532B7B73-7919-FEC4-FEEB-49B9F4F355F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1" name="Groep 60">
                      <a:extLst>
                        <a:ext uri="{FF2B5EF4-FFF2-40B4-BE49-F238E27FC236}">
                          <a16:creationId xmlns:a16="http://schemas.microsoft.com/office/drawing/2014/main" id="{04125BE1-8669-E0B8-B970-D16BD299B55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2C8926D2-9131-3739-4A94-1CA68C89AD6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Rechte verbindingslijn 62">
                        <a:extLst>
                          <a:ext uri="{FF2B5EF4-FFF2-40B4-BE49-F238E27FC236}">
                            <a16:creationId xmlns:a16="http://schemas.microsoft.com/office/drawing/2014/main" id="{0DF2A84D-5C1C-9529-8350-71FFB72CA9E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4" name="Rechte verbindingslijn 63">
                        <a:extLst>
                          <a:ext uri="{FF2B5EF4-FFF2-40B4-BE49-F238E27FC236}">
                            <a16:creationId xmlns:a16="http://schemas.microsoft.com/office/drawing/2014/main" id="{4C2943FB-0D17-3D18-61DB-DFFE2D9AD26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5" name="Rechte verbindingslijn 64">
                        <a:extLst>
                          <a:ext uri="{FF2B5EF4-FFF2-40B4-BE49-F238E27FC236}">
                            <a16:creationId xmlns:a16="http://schemas.microsoft.com/office/drawing/2014/main" id="{CEB0C0C9-1CF8-D1E8-509E-AFFB169D6CF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9BA8152F-80D3-C55A-78F0-B813F1708BA3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74E9EB61-607D-ED27-2034-0D33B075BF05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ADCD3DC2-B4D0-7E09-2DD0-3D99F3FC56AC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B58326CF-69BF-FDA0-D4A5-42AD5D3D4B5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4" name="Rechthoek 53">
                    <a:extLst>
                      <a:ext uri="{FF2B5EF4-FFF2-40B4-BE49-F238E27FC236}">
                        <a16:creationId xmlns:a16="http://schemas.microsoft.com/office/drawing/2014/main" id="{9485AF96-38BE-0A69-B40F-BF7BD273451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5" name="Groep 54">
                    <a:extLst>
                      <a:ext uri="{FF2B5EF4-FFF2-40B4-BE49-F238E27FC236}">
                        <a16:creationId xmlns:a16="http://schemas.microsoft.com/office/drawing/2014/main" id="{58342E28-70FF-3989-21D6-A0CCA59259BD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99298644-CF67-6347-7EF6-C1ECB0AD69D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7" name="Rechthoek: afgeronde bovenhoeken 56">
                      <a:extLst>
                        <a:ext uri="{FF2B5EF4-FFF2-40B4-BE49-F238E27FC236}">
                          <a16:creationId xmlns:a16="http://schemas.microsoft.com/office/drawing/2014/main" id="{A8719B45-672C-06C5-C7C6-47DBCA216F9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8" name="Gelijkbenige driehoek 57">
                      <a:extLst>
                        <a:ext uri="{FF2B5EF4-FFF2-40B4-BE49-F238E27FC236}">
                          <a16:creationId xmlns:a16="http://schemas.microsoft.com/office/drawing/2014/main" id="{B092A4C6-94BC-22BC-3493-8663E17032AD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8AD00A15-C8EF-F410-BEBD-04AA892834E9}"/>
                  </a:ext>
                </a:extLst>
              </p:cNvPr>
              <p:cNvSpPr/>
              <p:nvPr userDrawn="1"/>
            </p:nvSpPr>
            <p:spPr>
              <a:xfrm>
                <a:off x="-3786437" y="5405353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weten?</a:t>
                </a:r>
                <a:br>
                  <a:rPr lang="nl-NL" sz="1200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Ga naar de instructie dia </a:t>
                </a:r>
                <a:r>
                  <a:rPr lang="nl-NL" sz="1200" b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‘VIDEO INSTRUCTIES’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Deze vind je vooraan de presentatie of voeg je in via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‘Start’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&gt;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‘Nieuwe dia’</a:t>
                </a:r>
              </a:p>
            </p:txBody>
          </p:sp>
          <p:grpSp>
            <p:nvGrpSpPr>
              <p:cNvPr id="38" name="ICOON_info">
                <a:extLst>
                  <a:ext uri="{FF2B5EF4-FFF2-40B4-BE49-F238E27FC236}">
                    <a16:creationId xmlns:a16="http://schemas.microsoft.com/office/drawing/2014/main" id="{53CABE2C-DB8B-8017-A5C6-8C60BFCD1B96}"/>
                  </a:ext>
                </a:extLst>
              </p:cNvPr>
              <p:cNvGrpSpPr/>
              <p:nvPr userDrawn="1"/>
            </p:nvGrpSpPr>
            <p:grpSpPr>
              <a:xfrm>
                <a:off x="-376736" y="5269335"/>
                <a:ext cx="283685" cy="283685"/>
                <a:chOff x="-510741" y="5913713"/>
                <a:chExt cx="267555" cy="267555"/>
              </a:xfrm>
            </p:grpSpPr>
            <p:sp>
              <p:nvSpPr>
                <p:cNvPr id="39" name="Ovaal 38">
                  <a:extLst>
                    <a:ext uri="{FF2B5EF4-FFF2-40B4-BE49-F238E27FC236}">
                      <a16:creationId xmlns:a16="http://schemas.microsoft.com/office/drawing/2014/main" id="{0A596DC8-0718-6DE1-280A-DAF539B09BEB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0" name="Graphic 163" descr="Informatie">
                  <a:extLst>
                    <a:ext uri="{FF2B5EF4-FFF2-40B4-BE49-F238E27FC236}">
                      <a16:creationId xmlns:a16="http://schemas.microsoft.com/office/drawing/2014/main" id="{0313AF30-6DB9-B050-F8AD-D3D0FA2FC2D2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" name="INSTRUCTIE">
              <a:extLst>
                <a:ext uri="{FF2B5EF4-FFF2-40B4-BE49-F238E27FC236}">
                  <a16:creationId xmlns:a16="http://schemas.microsoft.com/office/drawing/2014/main" id="{3AEC732F-21A1-A3EA-7146-DF339129AC09}"/>
                </a:ext>
              </a:extLst>
            </p:cNvPr>
            <p:cNvGrpSpPr/>
            <p:nvPr userDrawn="1"/>
          </p:nvGrpSpPr>
          <p:grpSpPr>
            <a:xfrm>
              <a:off x="-3786165" y="1"/>
              <a:ext cx="3593091" cy="3570215"/>
              <a:chOff x="-3786165" y="1"/>
              <a:chExt cx="3593091" cy="3570215"/>
            </a:xfrm>
          </p:grpSpPr>
          <p:sp>
            <p:nvSpPr>
              <p:cNvPr id="14" name="Rechthoek 13">
                <a:extLst>
                  <a:ext uri="{FF2B5EF4-FFF2-40B4-BE49-F238E27FC236}">
                    <a16:creationId xmlns:a16="http://schemas.microsoft.com/office/drawing/2014/main" id="{E4417F1F-5DE2-7D71-99C9-28DC4282A4ED}"/>
                  </a:ext>
                </a:extLst>
              </p:cNvPr>
              <p:cNvSpPr/>
              <p:nvPr userDrawn="1"/>
            </p:nvSpPr>
            <p:spPr>
              <a:xfrm>
                <a:off x="-3786165" y="1"/>
                <a:ext cx="3593091" cy="3570215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Grafiek invoegen/opmaken</a:t>
                </a:r>
              </a:p>
            </p:txBody>
          </p:sp>
          <p:sp>
            <p:nvSpPr>
              <p:cNvPr id="15" name="Ovaal 14">
                <a:extLst>
                  <a:ext uri="{FF2B5EF4-FFF2-40B4-BE49-F238E27FC236}">
                    <a16:creationId xmlns:a16="http://schemas.microsoft.com/office/drawing/2014/main" id="{B93FC8E1-4509-BD2C-9700-1AE600C51502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6" name="Rechthoek 15">
                <a:extLst>
                  <a:ext uri="{FF2B5EF4-FFF2-40B4-BE49-F238E27FC236}">
                    <a16:creationId xmlns:a16="http://schemas.microsoft.com/office/drawing/2014/main" id="{3E6CB1CE-0BBD-CF48-CE52-F6A6ED65403B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grafiek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grafiek in te voegen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17" name="Ovaal 16">
                <a:extLst>
                  <a:ext uri="{FF2B5EF4-FFF2-40B4-BE49-F238E27FC236}">
                    <a16:creationId xmlns:a16="http://schemas.microsoft.com/office/drawing/2014/main" id="{098B8E00-DAD7-C126-B5D2-AB1414AC551C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9" name="Rechthoek 18">
                <a:extLst>
                  <a:ext uri="{FF2B5EF4-FFF2-40B4-BE49-F238E27FC236}">
                    <a16:creationId xmlns:a16="http://schemas.microsoft.com/office/drawing/2014/main" id="{FF8038DF-BB33-2BE6-57F8-ABDD513C0DB0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20" name="Groep 19">
                <a:extLst>
                  <a:ext uri="{FF2B5EF4-FFF2-40B4-BE49-F238E27FC236}">
                    <a16:creationId xmlns:a16="http://schemas.microsoft.com/office/drawing/2014/main" id="{4E9C6BE7-3F11-A49D-64F3-A3DC0F76CA58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30" name="Rechthoek 29">
                  <a:extLst>
                    <a:ext uri="{FF2B5EF4-FFF2-40B4-BE49-F238E27FC236}">
                      <a16:creationId xmlns:a16="http://schemas.microsoft.com/office/drawing/2014/main" id="{2249409C-5426-F3DA-93F6-CA1085E20830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31" name="Rechte verbindingslijn 30">
                  <a:extLst>
                    <a:ext uri="{FF2B5EF4-FFF2-40B4-BE49-F238E27FC236}">
                      <a16:creationId xmlns:a16="http://schemas.microsoft.com/office/drawing/2014/main" id="{2E91D94C-30AF-AAEE-215C-A28BD80D8C03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32" name="Gelijkbenige driehoek 31">
                  <a:extLst>
                    <a:ext uri="{FF2B5EF4-FFF2-40B4-BE49-F238E27FC236}">
                      <a16:creationId xmlns:a16="http://schemas.microsoft.com/office/drawing/2014/main" id="{56DFCCED-C155-E70A-2533-776092BEA29B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DAA32F77-AEB3-2196-25B4-91BB599E69CE}"/>
                  </a:ext>
                </a:extLst>
              </p:cNvPr>
              <p:cNvGrpSpPr/>
              <p:nvPr userDrawn="1"/>
            </p:nvGrpSpPr>
            <p:grpSpPr>
              <a:xfrm>
                <a:off x="-3316599" y="1232480"/>
                <a:ext cx="289372" cy="314992"/>
                <a:chOff x="7322769" y="-310267"/>
                <a:chExt cx="289372" cy="314992"/>
              </a:xfrm>
            </p:grpSpPr>
            <p:sp>
              <p:nvSpPr>
                <p:cNvPr id="27" name="Rechthoek 26">
                  <a:extLst>
                    <a:ext uri="{FF2B5EF4-FFF2-40B4-BE49-F238E27FC236}">
                      <a16:creationId xmlns:a16="http://schemas.microsoft.com/office/drawing/2014/main" id="{F1A69AA7-16AE-DBE1-0344-0ADC8825E341}"/>
                    </a:ext>
                  </a:extLst>
                </p:cNvPr>
                <p:cNvSpPr/>
                <p:nvPr userDrawn="1"/>
              </p:nvSpPr>
              <p:spPr>
                <a:xfrm>
                  <a:off x="7322769" y="-211712"/>
                  <a:ext cx="79156" cy="21643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8" name="Rechthoek 27">
                  <a:extLst>
                    <a:ext uri="{FF2B5EF4-FFF2-40B4-BE49-F238E27FC236}">
                      <a16:creationId xmlns:a16="http://schemas.microsoft.com/office/drawing/2014/main" id="{967DCC33-4411-6F30-E702-E8778F20C8F3}"/>
                    </a:ext>
                  </a:extLst>
                </p:cNvPr>
                <p:cNvSpPr/>
                <p:nvPr userDrawn="1"/>
              </p:nvSpPr>
              <p:spPr>
                <a:xfrm>
                  <a:off x="7427035" y="-310267"/>
                  <a:ext cx="79156" cy="314992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9" name="Rechthoek 28">
                  <a:extLst>
                    <a:ext uri="{FF2B5EF4-FFF2-40B4-BE49-F238E27FC236}">
                      <a16:creationId xmlns:a16="http://schemas.microsoft.com/office/drawing/2014/main" id="{8FED652A-CFF7-B80E-BBA1-AE02F74AE77F}"/>
                    </a:ext>
                  </a:extLst>
                </p:cNvPr>
                <p:cNvSpPr/>
                <p:nvPr userDrawn="1"/>
              </p:nvSpPr>
              <p:spPr>
                <a:xfrm>
                  <a:off x="7532985" y="-240134"/>
                  <a:ext cx="79156" cy="244859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2" name="Ovaal 21">
                <a:extLst>
                  <a:ext uri="{FF2B5EF4-FFF2-40B4-BE49-F238E27FC236}">
                    <a16:creationId xmlns:a16="http://schemas.microsoft.com/office/drawing/2014/main" id="{9881470B-DFE8-7564-450A-9CE0FB40A253}"/>
                  </a:ext>
                </a:extLst>
              </p:cNvPr>
              <p:cNvSpPr/>
              <p:nvPr userDrawn="1"/>
            </p:nvSpPr>
            <p:spPr>
              <a:xfrm>
                <a:off x="-3603587" y="2555608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61CB9D8A-723D-3C7A-47E3-51684FDD48D6}"/>
                  </a:ext>
                </a:extLst>
              </p:cNvPr>
              <p:cNvSpPr/>
              <p:nvPr userDrawn="1"/>
            </p:nvSpPr>
            <p:spPr>
              <a:xfrm>
                <a:off x="-3319415" y="2555610"/>
                <a:ext cx="2944682" cy="47686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Verander de opmaak van de grafiek door onderdelen van de grafiek aan te klikken en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‘Opmaak’ 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 gaan. </a:t>
                </a:r>
              </a:p>
            </p:txBody>
          </p:sp>
          <p:grpSp>
            <p:nvGrpSpPr>
              <p:cNvPr id="24" name="Groep 23">
                <a:extLst>
                  <a:ext uri="{FF2B5EF4-FFF2-40B4-BE49-F238E27FC236}">
                    <a16:creationId xmlns:a16="http://schemas.microsoft.com/office/drawing/2014/main" id="{0735C400-63AF-2EE1-6DB4-E0C57955A1C2}"/>
                  </a:ext>
                </a:extLst>
              </p:cNvPr>
              <p:cNvGrpSpPr/>
              <p:nvPr userDrawn="1"/>
            </p:nvGrpSpPr>
            <p:grpSpPr>
              <a:xfrm>
                <a:off x="-3312582" y="3144513"/>
                <a:ext cx="576000" cy="246597"/>
                <a:chOff x="-3312582" y="1060763"/>
                <a:chExt cx="576000" cy="246597"/>
              </a:xfrm>
            </p:grpSpPr>
            <p:sp>
              <p:nvSpPr>
                <p:cNvPr id="25" name="Rechthoek 24">
                  <a:extLst>
                    <a:ext uri="{FF2B5EF4-FFF2-40B4-BE49-F238E27FC236}">
                      <a16:creationId xmlns:a16="http://schemas.microsoft.com/office/drawing/2014/main" id="{11789CB0-5B1F-7382-FB86-12021E0FCA53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nl-NL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Opmaak</a:t>
                  </a:r>
                </a:p>
              </p:txBody>
            </p:sp>
            <p:sp>
              <p:nvSpPr>
                <p:cNvPr id="26" name="Rechthoek 25">
                  <a:extLst>
                    <a:ext uri="{FF2B5EF4-FFF2-40B4-BE49-F238E27FC236}">
                      <a16:creationId xmlns:a16="http://schemas.microsoft.com/office/drawing/2014/main" id="{54214B18-9A5C-EECE-6C15-19CAE5AAEF8E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9" name="Tijdelijke aanduiding voor tekst 6">
            <a:extLst>
              <a:ext uri="{FF2B5EF4-FFF2-40B4-BE49-F238E27FC236}">
                <a16:creationId xmlns:a16="http://schemas.microsoft.com/office/drawing/2014/main" id="{DD08BEF9-93EE-E110-FD3E-8B6534CFAA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31118" y="2029216"/>
            <a:ext cx="4167808" cy="3803258"/>
          </a:xfrm>
        </p:spPr>
        <p:txBody>
          <a:bodyPr/>
          <a:lstStyle/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</p:txBody>
      </p:sp>
      <p:grpSp>
        <p:nvGrpSpPr>
          <p:cNvPr id="8" name="INSTRUCTIE">
            <a:extLst>
              <a:ext uri="{FF2B5EF4-FFF2-40B4-BE49-F238E27FC236}">
                <a16:creationId xmlns:a16="http://schemas.microsoft.com/office/drawing/2014/main" id="{8689AA01-5D69-2A7B-C260-61AFE8DF45C2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0409DCA-F39D-A2D6-26EE-18A9135C1C1A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+mj-lt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5560E641-68D0-02AE-595C-945EBE3E067E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E194DA42-DCF0-CA4B-3471-74E1717A4469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4625" marR="0" lvl="0" indent="-17462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8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Ovaal 71">
              <a:extLst>
                <a:ext uri="{FF2B5EF4-FFF2-40B4-BE49-F238E27FC236}">
                  <a16:creationId xmlns:a16="http://schemas.microsoft.com/office/drawing/2014/main" id="{78F801EC-268F-650B-2A45-E1D093BDF78B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62BC37C9-D4BB-1475-F548-9F2F32054F24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EDD7CFD5-BF68-A021-99A0-6EE5E3F1373B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5600" marR="0" lvl="1" indent="-1778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#1</a:t>
              </a:r>
            </a:p>
          </p:txBody>
        </p: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FC77DB4E-D1A6-92CA-9AA9-E37DE54C800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3837DBE1-654C-8350-0E92-C37BA4E637E9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1813" marR="0" lvl="2" indent="-17145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Segoe UI Light" panose="020B0502040204020203" pitchFamily="34" charset="0"/>
                <a:buChar char="–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#2</a:t>
              </a:r>
            </a:p>
          </p:txBody>
        </p:sp>
        <p:sp>
          <p:nvSpPr>
            <p:cNvPr id="77" name="Ovaal 76">
              <a:extLst>
                <a:ext uri="{FF2B5EF4-FFF2-40B4-BE49-F238E27FC236}">
                  <a16:creationId xmlns:a16="http://schemas.microsoft.com/office/drawing/2014/main" id="{E4729329-252B-A47D-892F-3533E5C950DC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F63516C6-5996-934F-E33D-C8978806E207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Leestekst</a:t>
              </a:r>
            </a:p>
          </p:txBody>
        </p: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E228D872-1ADA-00B4-F938-B4916DF6154A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D3268AF3-6C1B-493F-81D8-F6DD4E1E7B5F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600" b="1" kern="1200" noProof="0">
                  <a:solidFill>
                    <a:schemeClr val="accent3"/>
                  </a:solidFill>
                  <a:latin typeface="+mj-lt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81" name="Ovaal 80">
              <a:extLst>
                <a:ext uri="{FF2B5EF4-FFF2-40B4-BE49-F238E27FC236}">
                  <a16:creationId xmlns:a16="http://schemas.microsoft.com/office/drawing/2014/main" id="{965089F5-B867-B77B-74B0-A0BD0E2BABE3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AC0AA4FD-47FC-1CB1-19D1-77AB0991B0F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8288" marR="0" lvl="6" indent="-26828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Numerieke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" name="Ovaal 82">
              <a:extLst>
                <a:ext uri="{FF2B5EF4-FFF2-40B4-BE49-F238E27FC236}">
                  <a16:creationId xmlns:a16="http://schemas.microsoft.com/office/drawing/2014/main" id="{1C36D011-15E3-9954-29BE-9800B0551F4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D7C7B895-0EA3-879A-BC8F-7D7D8370967D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74638" marR="0" lvl="7" indent="-27463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Alfabetische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8BED39D2-16A4-0C9E-8860-6E1729A9C24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4AFBC3C2-D46C-EB0B-3D69-B19DC537A8DE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8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100" i="1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30443354-2016-337C-EDA7-4DF2C436055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BD56CDB5-C45A-7465-EBAB-C5A2C2C3B040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400" b="1" kern="1200" cap="none" baseline="0" noProof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Subtitel #2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F3D7715F-2D4F-FD91-416E-26E0B9161B11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90" name="ICOON_info">
              <a:extLst>
                <a:ext uri="{FF2B5EF4-FFF2-40B4-BE49-F238E27FC236}">
                  <a16:creationId xmlns:a16="http://schemas.microsoft.com/office/drawing/2014/main" id="{1BE4E826-4F23-F1C9-A9EF-146AA943EE76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32" name="Ovaal 131">
                <a:extLst>
                  <a:ext uri="{FF2B5EF4-FFF2-40B4-BE49-F238E27FC236}">
                    <a16:creationId xmlns:a16="http://schemas.microsoft.com/office/drawing/2014/main" id="{33DD38A9-95C9-930A-E0D2-68654B083B7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3" name="Graphic 163" descr="Informatie">
                <a:extLst>
                  <a:ext uri="{FF2B5EF4-FFF2-40B4-BE49-F238E27FC236}">
                    <a16:creationId xmlns:a16="http://schemas.microsoft.com/office/drawing/2014/main" id="{2173B2F7-15E1-BD9B-5D85-C23FB1D9FF8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1" name="VOORBEELD">
              <a:extLst>
                <a:ext uri="{FF2B5EF4-FFF2-40B4-BE49-F238E27FC236}">
                  <a16:creationId xmlns:a16="http://schemas.microsoft.com/office/drawing/2014/main" id="{161E9345-9B60-B9CD-32AE-031980101642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92" name="Rechthoek 91">
                <a:extLst>
                  <a:ext uri="{FF2B5EF4-FFF2-40B4-BE49-F238E27FC236}">
                    <a16:creationId xmlns:a16="http://schemas.microsoft.com/office/drawing/2014/main" id="{C406852D-0A18-8B50-C40E-98D8A5117DC1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EECC52B0-91B7-47A9-F4A4-D0C2DC07DE9B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94" name="Groep 93">
                <a:extLst>
                  <a:ext uri="{FF2B5EF4-FFF2-40B4-BE49-F238E27FC236}">
                    <a16:creationId xmlns:a16="http://schemas.microsoft.com/office/drawing/2014/main" id="{E240084C-F72C-5201-2036-6EB8A17C658E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25" name="Groep 124">
                  <a:extLst>
                    <a:ext uri="{FF2B5EF4-FFF2-40B4-BE49-F238E27FC236}">
                      <a16:creationId xmlns:a16="http://schemas.microsoft.com/office/drawing/2014/main" id="{947A5A01-CAB5-F9A7-CDBB-4C0BFA055BA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27" name="Rechte verbindingslijn 126">
                    <a:extLst>
                      <a:ext uri="{FF2B5EF4-FFF2-40B4-BE49-F238E27FC236}">
                        <a16:creationId xmlns:a16="http://schemas.microsoft.com/office/drawing/2014/main" id="{F30837E4-EC57-3696-8179-836D3D44E80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8" name="Rechte verbindingslijn 127">
                    <a:extLst>
                      <a:ext uri="{FF2B5EF4-FFF2-40B4-BE49-F238E27FC236}">
                        <a16:creationId xmlns:a16="http://schemas.microsoft.com/office/drawing/2014/main" id="{E70E8D8E-3BED-C9EB-4B4F-75999560804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9" name="Rechte verbindingslijn 128">
                    <a:extLst>
                      <a:ext uri="{FF2B5EF4-FFF2-40B4-BE49-F238E27FC236}">
                        <a16:creationId xmlns:a16="http://schemas.microsoft.com/office/drawing/2014/main" id="{A80F3AD4-245F-A6B3-247E-368F5DE12C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0" name="Rechte verbindingslijn 129">
                    <a:extLst>
                      <a:ext uri="{FF2B5EF4-FFF2-40B4-BE49-F238E27FC236}">
                        <a16:creationId xmlns:a16="http://schemas.microsoft.com/office/drawing/2014/main" id="{013E536D-FBB1-33EE-610E-3B564017B0A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1" name="Rechte verbindingslijn 130">
                    <a:extLst>
                      <a:ext uri="{FF2B5EF4-FFF2-40B4-BE49-F238E27FC236}">
                        <a16:creationId xmlns:a16="http://schemas.microsoft.com/office/drawing/2014/main" id="{F58B5E5C-963A-3562-428D-4BDB4748D0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6" name="Pijl: rechts 125">
                  <a:extLst>
                    <a:ext uri="{FF2B5EF4-FFF2-40B4-BE49-F238E27FC236}">
                      <a16:creationId xmlns:a16="http://schemas.microsoft.com/office/drawing/2014/main" id="{7D07F1C4-BCD6-640F-2F39-A3585B3BC4EE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95" name="Groep 94">
                <a:extLst>
                  <a:ext uri="{FF2B5EF4-FFF2-40B4-BE49-F238E27FC236}">
                    <a16:creationId xmlns:a16="http://schemas.microsoft.com/office/drawing/2014/main" id="{5601B94F-CB8E-CEC7-57D5-579BD0B050B8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18" name="Groep 117">
                  <a:extLst>
                    <a:ext uri="{FF2B5EF4-FFF2-40B4-BE49-F238E27FC236}">
                      <a16:creationId xmlns:a16="http://schemas.microsoft.com/office/drawing/2014/main" id="{D999368C-F685-14AB-DCDB-62B1903A1C8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20" name="Rechte verbindingslijn 119">
                    <a:extLst>
                      <a:ext uri="{FF2B5EF4-FFF2-40B4-BE49-F238E27FC236}">
                        <a16:creationId xmlns:a16="http://schemas.microsoft.com/office/drawing/2014/main" id="{9A9D0036-DF46-7BC7-D17F-A6503D916D0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1" name="Rechte verbindingslijn 120">
                    <a:extLst>
                      <a:ext uri="{FF2B5EF4-FFF2-40B4-BE49-F238E27FC236}">
                        <a16:creationId xmlns:a16="http://schemas.microsoft.com/office/drawing/2014/main" id="{A18DC3FA-6FD0-275B-2FC6-0360DFADA3C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2" name="Rechte verbindingslijn 121">
                    <a:extLst>
                      <a:ext uri="{FF2B5EF4-FFF2-40B4-BE49-F238E27FC236}">
                        <a16:creationId xmlns:a16="http://schemas.microsoft.com/office/drawing/2014/main" id="{7EAF02A5-42D2-883E-B71C-02C68E7F585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3" name="Rechte verbindingslijn 122">
                    <a:extLst>
                      <a:ext uri="{FF2B5EF4-FFF2-40B4-BE49-F238E27FC236}">
                        <a16:creationId xmlns:a16="http://schemas.microsoft.com/office/drawing/2014/main" id="{010D808A-DBC4-7CD6-C641-2FF0CE15B2D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4" name="Rechte verbindingslijn 123">
                    <a:extLst>
                      <a:ext uri="{FF2B5EF4-FFF2-40B4-BE49-F238E27FC236}">
                        <a16:creationId xmlns:a16="http://schemas.microsoft.com/office/drawing/2014/main" id="{C4D8D6F3-01D6-C477-9243-B0E4A11819B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19" name="Pijl: rechts 118">
                  <a:extLst>
                    <a:ext uri="{FF2B5EF4-FFF2-40B4-BE49-F238E27FC236}">
                      <a16:creationId xmlns:a16="http://schemas.microsoft.com/office/drawing/2014/main" id="{D99F41E1-9682-D07B-2E30-8A59B0BB9C4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96" name="Rechte verbindingslijn 95">
                <a:extLst>
                  <a:ext uri="{FF2B5EF4-FFF2-40B4-BE49-F238E27FC236}">
                    <a16:creationId xmlns:a16="http://schemas.microsoft.com/office/drawing/2014/main" id="{10628A81-1AB0-1A6F-2AD2-E50FE7AD2C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97" name="Rechte verbindingslijn 96">
                <a:extLst>
                  <a:ext uri="{FF2B5EF4-FFF2-40B4-BE49-F238E27FC236}">
                    <a16:creationId xmlns:a16="http://schemas.microsoft.com/office/drawing/2014/main" id="{64CEC9CB-3B4B-412F-C6FA-2D45150158F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98" name="Rechthoek 97">
                <a:extLst>
                  <a:ext uri="{FF2B5EF4-FFF2-40B4-BE49-F238E27FC236}">
                    <a16:creationId xmlns:a16="http://schemas.microsoft.com/office/drawing/2014/main" id="{31D226A7-C902-2109-4B15-73EB5CEB2D0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778D2BE1-3198-5B27-AA1A-38A1146FAE51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00" name="Groep 99">
                <a:extLst>
                  <a:ext uri="{FF2B5EF4-FFF2-40B4-BE49-F238E27FC236}">
                    <a16:creationId xmlns:a16="http://schemas.microsoft.com/office/drawing/2014/main" id="{BF56AE3F-FDF9-0FCF-9959-E34994AEB4FC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F9A54FD7-9D7E-7407-9CE8-24CAF74C04EF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11" name="Groep 110">
                  <a:extLst>
                    <a:ext uri="{FF2B5EF4-FFF2-40B4-BE49-F238E27FC236}">
                      <a16:creationId xmlns:a16="http://schemas.microsoft.com/office/drawing/2014/main" id="{D0CB4E68-176B-A502-7AD7-458EA2E5039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13" name="Rechte verbindingslijn 112">
                    <a:extLst>
                      <a:ext uri="{FF2B5EF4-FFF2-40B4-BE49-F238E27FC236}">
                        <a16:creationId xmlns:a16="http://schemas.microsoft.com/office/drawing/2014/main" id="{20E3D1C4-5066-A962-6179-6F852B807A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4" name="Rechte verbindingslijn 113">
                    <a:extLst>
                      <a:ext uri="{FF2B5EF4-FFF2-40B4-BE49-F238E27FC236}">
                        <a16:creationId xmlns:a16="http://schemas.microsoft.com/office/drawing/2014/main" id="{F8108C81-0E45-CDB7-02D4-ED05AB2B00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5" name="Rechte verbindingslijn 114">
                    <a:extLst>
                      <a:ext uri="{FF2B5EF4-FFF2-40B4-BE49-F238E27FC236}">
                        <a16:creationId xmlns:a16="http://schemas.microsoft.com/office/drawing/2014/main" id="{9ECE9D03-E263-589B-9859-2093D5355F2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6" name="Rechte verbindingslijn 115">
                    <a:extLst>
                      <a:ext uri="{FF2B5EF4-FFF2-40B4-BE49-F238E27FC236}">
                        <a16:creationId xmlns:a16="http://schemas.microsoft.com/office/drawing/2014/main" id="{545A6954-088A-F292-4B6E-53643B73E5D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7" name="Rechte verbindingslijn 116">
                    <a:extLst>
                      <a:ext uri="{FF2B5EF4-FFF2-40B4-BE49-F238E27FC236}">
                        <a16:creationId xmlns:a16="http://schemas.microsoft.com/office/drawing/2014/main" id="{AD5C208C-4F2D-C079-9832-20A8DDB0F33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12" name="Pijl: rechts 111">
                  <a:extLst>
                    <a:ext uri="{FF2B5EF4-FFF2-40B4-BE49-F238E27FC236}">
                      <a16:creationId xmlns:a16="http://schemas.microsoft.com/office/drawing/2014/main" id="{5E2AAEC0-1BD4-0982-DB08-3431280DF4D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01" name="Groep 100">
                <a:extLst>
                  <a:ext uri="{FF2B5EF4-FFF2-40B4-BE49-F238E27FC236}">
                    <a16:creationId xmlns:a16="http://schemas.microsoft.com/office/drawing/2014/main" id="{F726ED6A-CD5F-79EB-BF0A-84AAA9FFF097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02" name="Rechthoek 101">
                  <a:extLst>
                    <a:ext uri="{FF2B5EF4-FFF2-40B4-BE49-F238E27FC236}">
                      <a16:creationId xmlns:a16="http://schemas.microsoft.com/office/drawing/2014/main" id="{B27C56A5-5719-1DB2-F3C0-8EB0839FBFE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3" name="Groep 102">
                  <a:extLst>
                    <a:ext uri="{FF2B5EF4-FFF2-40B4-BE49-F238E27FC236}">
                      <a16:creationId xmlns:a16="http://schemas.microsoft.com/office/drawing/2014/main" id="{7236427E-1252-BB27-C420-73FD7612512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05" name="Rechte verbindingslijn 104">
                    <a:extLst>
                      <a:ext uri="{FF2B5EF4-FFF2-40B4-BE49-F238E27FC236}">
                        <a16:creationId xmlns:a16="http://schemas.microsoft.com/office/drawing/2014/main" id="{5B8970B2-4BE6-85C5-38B4-2C3D6DE5EAE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6" name="Rechte verbindingslijn 105">
                    <a:extLst>
                      <a:ext uri="{FF2B5EF4-FFF2-40B4-BE49-F238E27FC236}">
                        <a16:creationId xmlns:a16="http://schemas.microsoft.com/office/drawing/2014/main" id="{B410D6C8-1715-5BC3-0A77-B18555E800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7" name="Rechte verbindingslijn 106">
                    <a:extLst>
                      <a:ext uri="{FF2B5EF4-FFF2-40B4-BE49-F238E27FC236}">
                        <a16:creationId xmlns:a16="http://schemas.microsoft.com/office/drawing/2014/main" id="{9B412394-7A33-E940-963C-EB45ECED19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8" name="Rechte verbindingslijn 107">
                    <a:extLst>
                      <a:ext uri="{FF2B5EF4-FFF2-40B4-BE49-F238E27FC236}">
                        <a16:creationId xmlns:a16="http://schemas.microsoft.com/office/drawing/2014/main" id="{54CA7D99-0CAA-6B48-56F8-062F0E385A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D859FA3D-D3BA-CC59-38B5-79504C7BA4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4" name="Pijl: rechts 103">
                  <a:extLst>
                    <a:ext uri="{FF2B5EF4-FFF2-40B4-BE49-F238E27FC236}">
                      <a16:creationId xmlns:a16="http://schemas.microsoft.com/office/drawing/2014/main" id="{92A3961E-D909-F8C0-C7FF-BF1DFD59675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6406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F773F7A2-AA4B-1511-5B54-AA16AC7C9D55}"/>
              </a:ext>
            </a:extLst>
          </p:cNvPr>
          <p:cNvSpPr/>
          <p:nvPr userDrawn="1"/>
        </p:nvSpPr>
        <p:spPr>
          <a:xfrm>
            <a:off x="727164" y="0"/>
            <a:ext cx="11464836" cy="685799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434A130A-1909-17F4-E2B0-7809B1693931}"/>
              </a:ext>
            </a:extLst>
          </p:cNvPr>
          <p:cNvSpPr/>
          <p:nvPr userDrawn="1"/>
        </p:nvSpPr>
        <p:spPr>
          <a:xfrm>
            <a:off x="727164" y="6726402"/>
            <a:ext cx="11464836" cy="131598"/>
          </a:xfrm>
          <a:prstGeom prst="rect">
            <a:avLst/>
          </a:prstGeom>
          <a:gradFill>
            <a:gsLst>
              <a:gs pos="64000">
                <a:schemeClr val="accent1"/>
              </a:gs>
              <a:gs pos="100000">
                <a:srgbClr val="8ACEA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329130" y="1592263"/>
            <a:ext cx="10135705" cy="426402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Klik op onderstaand pictogram 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noProof="0"/>
              <a:t>Plaats hier je titel</a:t>
            </a:r>
          </a:p>
        </p:txBody>
      </p:sp>
      <p:sp>
        <p:nvSpPr>
          <p:cNvPr id="66" name="Rechthoek 65">
            <a:extLst>
              <a:ext uri="{FF2B5EF4-FFF2-40B4-BE49-F238E27FC236}">
                <a16:creationId xmlns:a16="http://schemas.microsoft.com/office/drawing/2014/main" id="{E1DF2F67-9499-4802-9907-3BD145604634}"/>
              </a:ext>
            </a:extLst>
          </p:cNvPr>
          <p:cNvSpPr/>
          <p:nvPr userDrawn="1"/>
        </p:nvSpPr>
        <p:spPr>
          <a:xfrm>
            <a:off x="0" y="-425941"/>
            <a:ext cx="641201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Grafiek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B9D1CBE-286C-47E0-87BA-042477FE10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 err="1"/>
              <a:t>Cerios</a:t>
            </a:r>
            <a:r>
              <a:rPr lang="nl-NL"/>
              <a:t> template-set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CE41C6-FDB9-4D2A-AE1B-7ECD442873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65E285AC-270E-3541-F1EA-BE0F26AA9E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7" y="368300"/>
            <a:ext cx="4167809" cy="168113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grpSp>
        <p:nvGrpSpPr>
          <p:cNvPr id="11" name="INSTRUCTIE">
            <a:extLst>
              <a:ext uri="{FF2B5EF4-FFF2-40B4-BE49-F238E27FC236}">
                <a16:creationId xmlns:a16="http://schemas.microsoft.com/office/drawing/2014/main" id="{C701AF8B-DFA5-D952-A3CA-E189E1F1BEAB}"/>
              </a:ext>
            </a:extLst>
          </p:cNvPr>
          <p:cNvGrpSpPr/>
          <p:nvPr userDrawn="1"/>
        </p:nvGrpSpPr>
        <p:grpSpPr>
          <a:xfrm>
            <a:off x="12377595" y="1"/>
            <a:ext cx="3693386" cy="6233352"/>
            <a:chOff x="-3786437" y="1"/>
            <a:chExt cx="3693386" cy="6233352"/>
          </a:xfrm>
        </p:grpSpPr>
        <p:grpSp>
          <p:nvGrpSpPr>
            <p:cNvPr id="12" name="Groep 11">
              <a:extLst>
                <a:ext uri="{FF2B5EF4-FFF2-40B4-BE49-F238E27FC236}">
                  <a16:creationId xmlns:a16="http://schemas.microsoft.com/office/drawing/2014/main" id="{64724C3D-F7BF-F458-1A26-4FF98A4AD798}"/>
                </a:ext>
              </a:extLst>
            </p:cNvPr>
            <p:cNvGrpSpPr/>
            <p:nvPr userDrawn="1"/>
          </p:nvGrpSpPr>
          <p:grpSpPr>
            <a:xfrm>
              <a:off x="-3786437" y="3752148"/>
              <a:ext cx="3693386" cy="2481205"/>
              <a:chOff x="-3786437" y="3752148"/>
              <a:chExt cx="3693386" cy="2481205"/>
            </a:xfrm>
          </p:grpSpPr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18AE68B6-CC83-7C3F-FC4B-BBDA31F6F7F7}"/>
                  </a:ext>
                </a:extLst>
              </p:cNvPr>
              <p:cNvSpPr/>
              <p:nvPr userDrawn="1"/>
            </p:nvSpPr>
            <p:spPr>
              <a:xfrm>
                <a:off x="-3786165" y="3752148"/>
                <a:ext cx="3593091" cy="17526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Grafiek data bewerken</a:t>
                </a:r>
              </a:p>
            </p:txBody>
          </p:sp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92E9BA8A-DC91-C225-2B45-1DEFF247ED86}"/>
                  </a:ext>
                </a:extLst>
              </p:cNvPr>
              <p:cNvSpPr/>
              <p:nvPr userDrawn="1"/>
            </p:nvSpPr>
            <p:spPr>
              <a:xfrm>
                <a:off x="-3603587" y="421674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3CC7E062-8B16-0A7D-0122-08BECAB6CBB6}"/>
                  </a:ext>
                </a:extLst>
              </p:cNvPr>
              <p:cNvSpPr/>
              <p:nvPr userDrawn="1"/>
            </p:nvSpPr>
            <p:spPr>
              <a:xfrm>
                <a:off x="-3319415" y="4216747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‘Gegevens bewerken’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6" name="Groep 35">
                <a:extLst>
                  <a:ext uri="{FF2B5EF4-FFF2-40B4-BE49-F238E27FC236}">
                    <a16:creationId xmlns:a16="http://schemas.microsoft.com/office/drawing/2014/main" id="{917B711F-47B4-AB6E-40C2-98B1529D0021}"/>
                  </a:ext>
                </a:extLst>
              </p:cNvPr>
              <p:cNvGrpSpPr/>
              <p:nvPr userDrawn="1"/>
            </p:nvGrpSpPr>
            <p:grpSpPr>
              <a:xfrm>
                <a:off x="-3314821" y="4656539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41" name="Rechthoek 40">
                  <a:extLst>
                    <a:ext uri="{FF2B5EF4-FFF2-40B4-BE49-F238E27FC236}">
                      <a16:creationId xmlns:a16="http://schemas.microsoft.com/office/drawing/2014/main" id="{B35CF89E-AD3D-21E6-EC9F-55552A11AB8F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2" name="Rechthoek 41">
                  <a:extLst>
                    <a:ext uri="{FF2B5EF4-FFF2-40B4-BE49-F238E27FC236}">
                      <a16:creationId xmlns:a16="http://schemas.microsoft.com/office/drawing/2014/main" id="{067E55BB-ECDC-8E06-E09F-C0ECB6E48B08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" name="Tekstvak 42">
                  <a:extLst>
                    <a:ext uri="{FF2B5EF4-FFF2-40B4-BE49-F238E27FC236}">
                      <a16:creationId xmlns:a16="http://schemas.microsoft.com/office/drawing/2014/main" id="{802DC194-D160-098E-0299-F7397A113A0A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Grafiektype wijzigen</a:t>
                  </a:r>
                </a:p>
              </p:txBody>
            </p:sp>
            <p:sp>
              <p:nvSpPr>
                <p:cNvPr id="44" name="Tekstvak 43">
                  <a:extLst>
                    <a:ext uri="{FF2B5EF4-FFF2-40B4-BE49-F238E27FC236}">
                      <a16:creationId xmlns:a16="http://schemas.microsoft.com/office/drawing/2014/main" id="{F5CCB814-DC1D-0AE7-4597-F71B8FAB8327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Gegevens bewerken</a:t>
                  </a:r>
                </a:p>
              </p:txBody>
            </p:sp>
            <p:sp>
              <p:nvSpPr>
                <p:cNvPr id="45" name="Vrije vorm: vorm 44">
                  <a:extLst>
                    <a:ext uri="{FF2B5EF4-FFF2-40B4-BE49-F238E27FC236}">
                      <a16:creationId xmlns:a16="http://schemas.microsoft.com/office/drawing/2014/main" id="{6447C324-D419-FB7D-EA06-CC2F0FEA3FAB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B01AA8DB-C1EA-43A1-011B-601ED4EA3A7D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9B7E361D-3D58-8619-18BB-A8EC76860DE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6E629E53-7FC4-1F67-66C7-C7841FD6D5D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48DC964F-70CC-B3D1-CDFA-1071E8F9957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DF5088AA-CCAC-08E3-6768-F54F578A1A30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91FCA6BD-3A60-1677-78DC-9188483C31A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49" name="Groep 48">
                    <a:extLst>
                      <a:ext uri="{FF2B5EF4-FFF2-40B4-BE49-F238E27FC236}">
                        <a16:creationId xmlns:a16="http://schemas.microsoft.com/office/drawing/2014/main" id="{A2F049C7-ABA9-0DC7-3709-6C8110DC6FA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59" name="Rechte verbindingslijn 58">
                      <a:extLst>
                        <a:ext uri="{FF2B5EF4-FFF2-40B4-BE49-F238E27FC236}">
                          <a16:creationId xmlns:a16="http://schemas.microsoft.com/office/drawing/2014/main" id="{B072C5A8-9682-7FE7-4FA1-8F84F1436DFC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0" name="Rechte verbindingslijn 59">
                      <a:extLst>
                        <a:ext uri="{FF2B5EF4-FFF2-40B4-BE49-F238E27FC236}">
                          <a16:creationId xmlns:a16="http://schemas.microsoft.com/office/drawing/2014/main" id="{532B7B73-7919-FEC4-FEEB-49B9F4F355F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1" name="Groep 60">
                      <a:extLst>
                        <a:ext uri="{FF2B5EF4-FFF2-40B4-BE49-F238E27FC236}">
                          <a16:creationId xmlns:a16="http://schemas.microsoft.com/office/drawing/2014/main" id="{04125BE1-8669-E0B8-B970-D16BD299B55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2C8926D2-9131-3739-4A94-1CA68C89AD6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Rechte verbindingslijn 62">
                        <a:extLst>
                          <a:ext uri="{FF2B5EF4-FFF2-40B4-BE49-F238E27FC236}">
                            <a16:creationId xmlns:a16="http://schemas.microsoft.com/office/drawing/2014/main" id="{0DF2A84D-5C1C-9529-8350-71FFB72CA9E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4" name="Rechte verbindingslijn 63">
                        <a:extLst>
                          <a:ext uri="{FF2B5EF4-FFF2-40B4-BE49-F238E27FC236}">
                            <a16:creationId xmlns:a16="http://schemas.microsoft.com/office/drawing/2014/main" id="{4C2943FB-0D17-3D18-61DB-DFFE2D9AD26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5" name="Rechte verbindingslijn 64">
                        <a:extLst>
                          <a:ext uri="{FF2B5EF4-FFF2-40B4-BE49-F238E27FC236}">
                            <a16:creationId xmlns:a16="http://schemas.microsoft.com/office/drawing/2014/main" id="{CEB0C0C9-1CF8-D1E8-509E-AFFB169D6CF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9BA8152F-80D3-C55A-78F0-B813F1708BA3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74E9EB61-607D-ED27-2034-0D33B075BF05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ADCD3DC2-B4D0-7E09-2DD0-3D99F3FC56AC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B58326CF-69BF-FDA0-D4A5-42AD5D3D4B5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4" name="Rechthoek 53">
                    <a:extLst>
                      <a:ext uri="{FF2B5EF4-FFF2-40B4-BE49-F238E27FC236}">
                        <a16:creationId xmlns:a16="http://schemas.microsoft.com/office/drawing/2014/main" id="{9485AF96-38BE-0A69-B40F-BF7BD273451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5" name="Groep 54">
                    <a:extLst>
                      <a:ext uri="{FF2B5EF4-FFF2-40B4-BE49-F238E27FC236}">
                        <a16:creationId xmlns:a16="http://schemas.microsoft.com/office/drawing/2014/main" id="{58342E28-70FF-3989-21D6-A0CCA59259BD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99298644-CF67-6347-7EF6-C1ECB0AD69D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7" name="Rechthoek: afgeronde bovenhoeken 56">
                      <a:extLst>
                        <a:ext uri="{FF2B5EF4-FFF2-40B4-BE49-F238E27FC236}">
                          <a16:creationId xmlns:a16="http://schemas.microsoft.com/office/drawing/2014/main" id="{A8719B45-672C-06C5-C7C6-47DBCA216F9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8" name="Gelijkbenige driehoek 57">
                      <a:extLst>
                        <a:ext uri="{FF2B5EF4-FFF2-40B4-BE49-F238E27FC236}">
                          <a16:creationId xmlns:a16="http://schemas.microsoft.com/office/drawing/2014/main" id="{B092A4C6-94BC-22BC-3493-8663E17032AD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8AD00A15-C8EF-F410-BEBD-04AA892834E9}"/>
                  </a:ext>
                </a:extLst>
              </p:cNvPr>
              <p:cNvSpPr/>
              <p:nvPr userDrawn="1"/>
            </p:nvSpPr>
            <p:spPr>
              <a:xfrm>
                <a:off x="-3786437" y="5405353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weten?</a:t>
                </a:r>
                <a:br>
                  <a:rPr lang="nl-NL" sz="1200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Ga naar de instructie dia </a:t>
                </a:r>
                <a:r>
                  <a:rPr lang="nl-NL" sz="1200" b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‘VIDEO INSTRUCTIES’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Deze vind je vooraan de presentatie of voeg je in via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‘Start’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&gt;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‘Nieuwe dia’</a:t>
                </a:r>
              </a:p>
            </p:txBody>
          </p:sp>
          <p:grpSp>
            <p:nvGrpSpPr>
              <p:cNvPr id="38" name="ICOON_info">
                <a:extLst>
                  <a:ext uri="{FF2B5EF4-FFF2-40B4-BE49-F238E27FC236}">
                    <a16:creationId xmlns:a16="http://schemas.microsoft.com/office/drawing/2014/main" id="{53CABE2C-DB8B-8017-A5C6-8C60BFCD1B96}"/>
                  </a:ext>
                </a:extLst>
              </p:cNvPr>
              <p:cNvGrpSpPr/>
              <p:nvPr userDrawn="1"/>
            </p:nvGrpSpPr>
            <p:grpSpPr>
              <a:xfrm>
                <a:off x="-376736" y="5269335"/>
                <a:ext cx="283685" cy="283685"/>
                <a:chOff x="-510741" y="5913713"/>
                <a:chExt cx="267555" cy="267555"/>
              </a:xfrm>
            </p:grpSpPr>
            <p:sp>
              <p:nvSpPr>
                <p:cNvPr id="39" name="Ovaal 38">
                  <a:extLst>
                    <a:ext uri="{FF2B5EF4-FFF2-40B4-BE49-F238E27FC236}">
                      <a16:creationId xmlns:a16="http://schemas.microsoft.com/office/drawing/2014/main" id="{0A596DC8-0718-6DE1-280A-DAF539B09BEB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0" name="Graphic 163" descr="Informatie">
                  <a:extLst>
                    <a:ext uri="{FF2B5EF4-FFF2-40B4-BE49-F238E27FC236}">
                      <a16:creationId xmlns:a16="http://schemas.microsoft.com/office/drawing/2014/main" id="{0313AF30-6DB9-B050-F8AD-D3D0FA2FC2D2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" name="INSTRUCTIE">
              <a:extLst>
                <a:ext uri="{FF2B5EF4-FFF2-40B4-BE49-F238E27FC236}">
                  <a16:creationId xmlns:a16="http://schemas.microsoft.com/office/drawing/2014/main" id="{3AEC732F-21A1-A3EA-7146-DF339129AC09}"/>
                </a:ext>
              </a:extLst>
            </p:cNvPr>
            <p:cNvGrpSpPr/>
            <p:nvPr userDrawn="1"/>
          </p:nvGrpSpPr>
          <p:grpSpPr>
            <a:xfrm>
              <a:off x="-3786165" y="1"/>
              <a:ext cx="3593091" cy="3570215"/>
              <a:chOff x="-3786165" y="1"/>
              <a:chExt cx="3593091" cy="3570215"/>
            </a:xfrm>
          </p:grpSpPr>
          <p:sp>
            <p:nvSpPr>
              <p:cNvPr id="14" name="Rechthoek 13">
                <a:extLst>
                  <a:ext uri="{FF2B5EF4-FFF2-40B4-BE49-F238E27FC236}">
                    <a16:creationId xmlns:a16="http://schemas.microsoft.com/office/drawing/2014/main" id="{E4417F1F-5DE2-7D71-99C9-28DC4282A4ED}"/>
                  </a:ext>
                </a:extLst>
              </p:cNvPr>
              <p:cNvSpPr/>
              <p:nvPr userDrawn="1"/>
            </p:nvSpPr>
            <p:spPr>
              <a:xfrm>
                <a:off x="-3786165" y="1"/>
                <a:ext cx="3593091" cy="3570215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Grafiek invoegen/opmaken</a:t>
                </a:r>
              </a:p>
            </p:txBody>
          </p:sp>
          <p:sp>
            <p:nvSpPr>
              <p:cNvPr id="15" name="Ovaal 14">
                <a:extLst>
                  <a:ext uri="{FF2B5EF4-FFF2-40B4-BE49-F238E27FC236}">
                    <a16:creationId xmlns:a16="http://schemas.microsoft.com/office/drawing/2014/main" id="{B93FC8E1-4509-BD2C-9700-1AE600C51502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6" name="Rechthoek 15">
                <a:extLst>
                  <a:ext uri="{FF2B5EF4-FFF2-40B4-BE49-F238E27FC236}">
                    <a16:creationId xmlns:a16="http://schemas.microsoft.com/office/drawing/2014/main" id="{3E6CB1CE-0BBD-CF48-CE52-F6A6ED65403B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grafiek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grafiek in te voegen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17" name="Ovaal 16">
                <a:extLst>
                  <a:ext uri="{FF2B5EF4-FFF2-40B4-BE49-F238E27FC236}">
                    <a16:creationId xmlns:a16="http://schemas.microsoft.com/office/drawing/2014/main" id="{098B8E00-DAD7-C126-B5D2-AB1414AC551C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9" name="Rechthoek 18">
                <a:extLst>
                  <a:ext uri="{FF2B5EF4-FFF2-40B4-BE49-F238E27FC236}">
                    <a16:creationId xmlns:a16="http://schemas.microsoft.com/office/drawing/2014/main" id="{FF8038DF-BB33-2BE6-57F8-ABDD513C0DB0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20" name="Groep 19">
                <a:extLst>
                  <a:ext uri="{FF2B5EF4-FFF2-40B4-BE49-F238E27FC236}">
                    <a16:creationId xmlns:a16="http://schemas.microsoft.com/office/drawing/2014/main" id="{4E9C6BE7-3F11-A49D-64F3-A3DC0F76CA58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30" name="Rechthoek 29">
                  <a:extLst>
                    <a:ext uri="{FF2B5EF4-FFF2-40B4-BE49-F238E27FC236}">
                      <a16:creationId xmlns:a16="http://schemas.microsoft.com/office/drawing/2014/main" id="{2249409C-5426-F3DA-93F6-CA1085E20830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31" name="Rechte verbindingslijn 30">
                  <a:extLst>
                    <a:ext uri="{FF2B5EF4-FFF2-40B4-BE49-F238E27FC236}">
                      <a16:creationId xmlns:a16="http://schemas.microsoft.com/office/drawing/2014/main" id="{2E91D94C-30AF-AAEE-215C-A28BD80D8C03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32" name="Gelijkbenige driehoek 31">
                  <a:extLst>
                    <a:ext uri="{FF2B5EF4-FFF2-40B4-BE49-F238E27FC236}">
                      <a16:creationId xmlns:a16="http://schemas.microsoft.com/office/drawing/2014/main" id="{56DFCCED-C155-E70A-2533-776092BEA29B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DAA32F77-AEB3-2196-25B4-91BB599E69CE}"/>
                  </a:ext>
                </a:extLst>
              </p:cNvPr>
              <p:cNvGrpSpPr/>
              <p:nvPr userDrawn="1"/>
            </p:nvGrpSpPr>
            <p:grpSpPr>
              <a:xfrm>
                <a:off x="-3316599" y="1232480"/>
                <a:ext cx="289372" cy="314992"/>
                <a:chOff x="7322769" y="-310267"/>
                <a:chExt cx="289372" cy="314992"/>
              </a:xfrm>
            </p:grpSpPr>
            <p:sp>
              <p:nvSpPr>
                <p:cNvPr id="27" name="Rechthoek 26">
                  <a:extLst>
                    <a:ext uri="{FF2B5EF4-FFF2-40B4-BE49-F238E27FC236}">
                      <a16:creationId xmlns:a16="http://schemas.microsoft.com/office/drawing/2014/main" id="{F1A69AA7-16AE-DBE1-0344-0ADC8825E341}"/>
                    </a:ext>
                  </a:extLst>
                </p:cNvPr>
                <p:cNvSpPr/>
                <p:nvPr userDrawn="1"/>
              </p:nvSpPr>
              <p:spPr>
                <a:xfrm>
                  <a:off x="7322769" y="-211712"/>
                  <a:ext cx="79156" cy="21643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8" name="Rechthoek 27">
                  <a:extLst>
                    <a:ext uri="{FF2B5EF4-FFF2-40B4-BE49-F238E27FC236}">
                      <a16:creationId xmlns:a16="http://schemas.microsoft.com/office/drawing/2014/main" id="{967DCC33-4411-6F30-E702-E8778F20C8F3}"/>
                    </a:ext>
                  </a:extLst>
                </p:cNvPr>
                <p:cNvSpPr/>
                <p:nvPr userDrawn="1"/>
              </p:nvSpPr>
              <p:spPr>
                <a:xfrm>
                  <a:off x="7427035" y="-310267"/>
                  <a:ext cx="79156" cy="314992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9" name="Rechthoek 28">
                  <a:extLst>
                    <a:ext uri="{FF2B5EF4-FFF2-40B4-BE49-F238E27FC236}">
                      <a16:creationId xmlns:a16="http://schemas.microsoft.com/office/drawing/2014/main" id="{8FED652A-CFF7-B80E-BBA1-AE02F74AE77F}"/>
                    </a:ext>
                  </a:extLst>
                </p:cNvPr>
                <p:cNvSpPr/>
                <p:nvPr userDrawn="1"/>
              </p:nvSpPr>
              <p:spPr>
                <a:xfrm>
                  <a:off x="7532985" y="-240134"/>
                  <a:ext cx="79156" cy="244859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2" name="Ovaal 21">
                <a:extLst>
                  <a:ext uri="{FF2B5EF4-FFF2-40B4-BE49-F238E27FC236}">
                    <a16:creationId xmlns:a16="http://schemas.microsoft.com/office/drawing/2014/main" id="{9881470B-DFE8-7564-450A-9CE0FB40A253}"/>
                  </a:ext>
                </a:extLst>
              </p:cNvPr>
              <p:cNvSpPr/>
              <p:nvPr userDrawn="1"/>
            </p:nvSpPr>
            <p:spPr>
              <a:xfrm>
                <a:off x="-3603587" y="2555608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61CB9D8A-723D-3C7A-47E3-51684FDD48D6}"/>
                  </a:ext>
                </a:extLst>
              </p:cNvPr>
              <p:cNvSpPr/>
              <p:nvPr userDrawn="1"/>
            </p:nvSpPr>
            <p:spPr>
              <a:xfrm>
                <a:off x="-3319415" y="2555610"/>
                <a:ext cx="2944682" cy="47686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Verander de opmaak van de grafiek door onderdelen van de grafiek aan te klikken en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‘Opmaak’ 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 gaan. </a:t>
                </a:r>
              </a:p>
            </p:txBody>
          </p:sp>
          <p:grpSp>
            <p:nvGrpSpPr>
              <p:cNvPr id="24" name="Groep 23">
                <a:extLst>
                  <a:ext uri="{FF2B5EF4-FFF2-40B4-BE49-F238E27FC236}">
                    <a16:creationId xmlns:a16="http://schemas.microsoft.com/office/drawing/2014/main" id="{0735C400-63AF-2EE1-6DB4-E0C57955A1C2}"/>
                  </a:ext>
                </a:extLst>
              </p:cNvPr>
              <p:cNvGrpSpPr/>
              <p:nvPr userDrawn="1"/>
            </p:nvGrpSpPr>
            <p:grpSpPr>
              <a:xfrm>
                <a:off x="-3312582" y="3144513"/>
                <a:ext cx="576000" cy="246597"/>
                <a:chOff x="-3312582" y="1060763"/>
                <a:chExt cx="576000" cy="246597"/>
              </a:xfrm>
            </p:grpSpPr>
            <p:sp>
              <p:nvSpPr>
                <p:cNvPr id="25" name="Rechthoek 24">
                  <a:extLst>
                    <a:ext uri="{FF2B5EF4-FFF2-40B4-BE49-F238E27FC236}">
                      <a16:creationId xmlns:a16="http://schemas.microsoft.com/office/drawing/2014/main" id="{11789CB0-5B1F-7382-FB86-12021E0FCA53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nl-NL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Opmaak</a:t>
                  </a:r>
                </a:p>
              </p:txBody>
            </p:sp>
            <p:sp>
              <p:nvSpPr>
                <p:cNvPr id="26" name="Rechthoek 25">
                  <a:extLst>
                    <a:ext uri="{FF2B5EF4-FFF2-40B4-BE49-F238E27FC236}">
                      <a16:creationId xmlns:a16="http://schemas.microsoft.com/office/drawing/2014/main" id="{54214B18-9A5C-EECE-6C15-19CAE5AAEF8E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8863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BA13D192-FBA1-C862-B512-A97174709043}"/>
              </a:ext>
            </a:extLst>
          </p:cNvPr>
          <p:cNvSpPr/>
          <p:nvPr userDrawn="1"/>
        </p:nvSpPr>
        <p:spPr>
          <a:xfrm>
            <a:off x="727164" y="0"/>
            <a:ext cx="11464836" cy="685799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35" name="Rechthoek 134">
            <a:extLst>
              <a:ext uri="{FF2B5EF4-FFF2-40B4-BE49-F238E27FC236}">
                <a16:creationId xmlns:a16="http://schemas.microsoft.com/office/drawing/2014/main" id="{46AA6A74-EC76-D054-1428-E081F6CCD2BE}"/>
              </a:ext>
            </a:extLst>
          </p:cNvPr>
          <p:cNvSpPr/>
          <p:nvPr userDrawn="1"/>
        </p:nvSpPr>
        <p:spPr>
          <a:xfrm>
            <a:off x="727164" y="6726402"/>
            <a:ext cx="11464836" cy="131598"/>
          </a:xfrm>
          <a:prstGeom prst="rect">
            <a:avLst/>
          </a:prstGeom>
          <a:gradFill>
            <a:gsLst>
              <a:gs pos="64000">
                <a:schemeClr val="accent1"/>
              </a:gs>
              <a:gs pos="100000">
                <a:srgbClr val="8ACEA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117" y="720000"/>
            <a:ext cx="4167809" cy="872263"/>
          </a:xfrm>
        </p:spPr>
        <p:txBody>
          <a:bodyPr/>
          <a:lstStyle/>
          <a:p>
            <a:r>
              <a:rPr lang="nl-NL" noProof="0"/>
              <a:t>Plaats hier je titel</a:t>
            </a:r>
          </a:p>
        </p:txBody>
      </p:sp>
      <p:sp>
        <p:nvSpPr>
          <p:cNvPr id="66" name="Rechthoek 65">
            <a:extLst>
              <a:ext uri="{FF2B5EF4-FFF2-40B4-BE49-F238E27FC236}">
                <a16:creationId xmlns:a16="http://schemas.microsoft.com/office/drawing/2014/main" id="{E1DF2F67-9499-4802-9907-3BD145604634}"/>
              </a:ext>
            </a:extLst>
          </p:cNvPr>
          <p:cNvSpPr/>
          <p:nvPr userDrawn="1"/>
        </p:nvSpPr>
        <p:spPr>
          <a:xfrm>
            <a:off x="0" y="-425941"/>
            <a:ext cx="109119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Tekst + tabel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B9D1CBE-286C-47E0-87BA-042477FE10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 err="1"/>
              <a:t>Cerios</a:t>
            </a:r>
            <a:r>
              <a:rPr lang="nl-NL"/>
              <a:t> template-set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CE41C6-FDB9-4D2A-AE1B-7ECD442873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65E285AC-270E-3541-F1EA-BE0F26AA9E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7" y="368300"/>
            <a:ext cx="4167809" cy="168113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grpSp>
        <p:nvGrpSpPr>
          <p:cNvPr id="11" name="INSTRUCTIE">
            <a:extLst>
              <a:ext uri="{FF2B5EF4-FFF2-40B4-BE49-F238E27FC236}">
                <a16:creationId xmlns:a16="http://schemas.microsoft.com/office/drawing/2014/main" id="{C701AF8B-DFA5-D952-A3CA-E189E1F1BEAB}"/>
              </a:ext>
            </a:extLst>
          </p:cNvPr>
          <p:cNvGrpSpPr/>
          <p:nvPr userDrawn="1"/>
        </p:nvGrpSpPr>
        <p:grpSpPr>
          <a:xfrm>
            <a:off x="12377595" y="1"/>
            <a:ext cx="3693386" cy="6233352"/>
            <a:chOff x="-3786437" y="1"/>
            <a:chExt cx="3693386" cy="6233352"/>
          </a:xfrm>
        </p:grpSpPr>
        <p:grpSp>
          <p:nvGrpSpPr>
            <p:cNvPr id="12" name="Groep 11">
              <a:extLst>
                <a:ext uri="{FF2B5EF4-FFF2-40B4-BE49-F238E27FC236}">
                  <a16:creationId xmlns:a16="http://schemas.microsoft.com/office/drawing/2014/main" id="{64724C3D-F7BF-F458-1A26-4FF98A4AD798}"/>
                </a:ext>
              </a:extLst>
            </p:cNvPr>
            <p:cNvGrpSpPr/>
            <p:nvPr userDrawn="1"/>
          </p:nvGrpSpPr>
          <p:grpSpPr>
            <a:xfrm>
              <a:off x="-3786437" y="3752148"/>
              <a:ext cx="3693386" cy="2481205"/>
              <a:chOff x="-3786437" y="3752148"/>
              <a:chExt cx="3693386" cy="2481205"/>
            </a:xfrm>
          </p:grpSpPr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18AE68B6-CC83-7C3F-FC4B-BBDA31F6F7F7}"/>
                  </a:ext>
                </a:extLst>
              </p:cNvPr>
              <p:cNvSpPr/>
              <p:nvPr userDrawn="1"/>
            </p:nvSpPr>
            <p:spPr>
              <a:xfrm>
                <a:off x="-3786165" y="3752148"/>
                <a:ext cx="3593091" cy="17526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Grafiek data bewerken</a:t>
                </a:r>
              </a:p>
            </p:txBody>
          </p:sp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92E9BA8A-DC91-C225-2B45-1DEFF247ED86}"/>
                  </a:ext>
                </a:extLst>
              </p:cNvPr>
              <p:cNvSpPr/>
              <p:nvPr userDrawn="1"/>
            </p:nvSpPr>
            <p:spPr>
              <a:xfrm>
                <a:off x="-3603587" y="421674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3CC7E062-8B16-0A7D-0122-08BECAB6CBB6}"/>
                  </a:ext>
                </a:extLst>
              </p:cNvPr>
              <p:cNvSpPr/>
              <p:nvPr userDrawn="1"/>
            </p:nvSpPr>
            <p:spPr>
              <a:xfrm>
                <a:off x="-3319415" y="4216747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‘Gegevens bewerken’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6" name="Groep 35">
                <a:extLst>
                  <a:ext uri="{FF2B5EF4-FFF2-40B4-BE49-F238E27FC236}">
                    <a16:creationId xmlns:a16="http://schemas.microsoft.com/office/drawing/2014/main" id="{917B711F-47B4-AB6E-40C2-98B1529D0021}"/>
                  </a:ext>
                </a:extLst>
              </p:cNvPr>
              <p:cNvGrpSpPr/>
              <p:nvPr userDrawn="1"/>
            </p:nvGrpSpPr>
            <p:grpSpPr>
              <a:xfrm>
                <a:off x="-3314821" y="4656539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41" name="Rechthoek 40">
                  <a:extLst>
                    <a:ext uri="{FF2B5EF4-FFF2-40B4-BE49-F238E27FC236}">
                      <a16:creationId xmlns:a16="http://schemas.microsoft.com/office/drawing/2014/main" id="{B35CF89E-AD3D-21E6-EC9F-55552A11AB8F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2" name="Rechthoek 41">
                  <a:extLst>
                    <a:ext uri="{FF2B5EF4-FFF2-40B4-BE49-F238E27FC236}">
                      <a16:creationId xmlns:a16="http://schemas.microsoft.com/office/drawing/2014/main" id="{067E55BB-ECDC-8E06-E09F-C0ECB6E48B08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" name="Tekstvak 42">
                  <a:extLst>
                    <a:ext uri="{FF2B5EF4-FFF2-40B4-BE49-F238E27FC236}">
                      <a16:creationId xmlns:a16="http://schemas.microsoft.com/office/drawing/2014/main" id="{802DC194-D160-098E-0299-F7397A113A0A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Grafiektype wijzigen</a:t>
                  </a:r>
                </a:p>
              </p:txBody>
            </p:sp>
            <p:sp>
              <p:nvSpPr>
                <p:cNvPr id="44" name="Tekstvak 43">
                  <a:extLst>
                    <a:ext uri="{FF2B5EF4-FFF2-40B4-BE49-F238E27FC236}">
                      <a16:creationId xmlns:a16="http://schemas.microsoft.com/office/drawing/2014/main" id="{F5CCB814-DC1D-0AE7-4597-F71B8FAB8327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Gegevens bewerken</a:t>
                  </a:r>
                </a:p>
              </p:txBody>
            </p:sp>
            <p:sp>
              <p:nvSpPr>
                <p:cNvPr id="45" name="Vrije vorm: vorm 44">
                  <a:extLst>
                    <a:ext uri="{FF2B5EF4-FFF2-40B4-BE49-F238E27FC236}">
                      <a16:creationId xmlns:a16="http://schemas.microsoft.com/office/drawing/2014/main" id="{6447C324-D419-FB7D-EA06-CC2F0FEA3FAB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B01AA8DB-C1EA-43A1-011B-601ED4EA3A7D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9B7E361D-3D58-8619-18BB-A8EC76860DE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6E629E53-7FC4-1F67-66C7-C7841FD6D5D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48DC964F-70CC-B3D1-CDFA-1071E8F9957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DF5088AA-CCAC-08E3-6768-F54F578A1A30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91FCA6BD-3A60-1677-78DC-9188483C31A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49" name="Groep 48">
                    <a:extLst>
                      <a:ext uri="{FF2B5EF4-FFF2-40B4-BE49-F238E27FC236}">
                        <a16:creationId xmlns:a16="http://schemas.microsoft.com/office/drawing/2014/main" id="{A2F049C7-ABA9-0DC7-3709-6C8110DC6FA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59" name="Rechte verbindingslijn 58">
                      <a:extLst>
                        <a:ext uri="{FF2B5EF4-FFF2-40B4-BE49-F238E27FC236}">
                          <a16:creationId xmlns:a16="http://schemas.microsoft.com/office/drawing/2014/main" id="{B072C5A8-9682-7FE7-4FA1-8F84F1436DFC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0" name="Rechte verbindingslijn 59">
                      <a:extLst>
                        <a:ext uri="{FF2B5EF4-FFF2-40B4-BE49-F238E27FC236}">
                          <a16:creationId xmlns:a16="http://schemas.microsoft.com/office/drawing/2014/main" id="{532B7B73-7919-FEC4-FEEB-49B9F4F355F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1" name="Groep 60">
                      <a:extLst>
                        <a:ext uri="{FF2B5EF4-FFF2-40B4-BE49-F238E27FC236}">
                          <a16:creationId xmlns:a16="http://schemas.microsoft.com/office/drawing/2014/main" id="{04125BE1-8669-E0B8-B970-D16BD299B55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2C8926D2-9131-3739-4A94-1CA68C89AD6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Rechte verbindingslijn 62">
                        <a:extLst>
                          <a:ext uri="{FF2B5EF4-FFF2-40B4-BE49-F238E27FC236}">
                            <a16:creationId xmlns:a16="http://schemas.microsoft.com/office/drawing/2014/main" id="{0DF2A84D-5C1C-9529-8350-71FFB72CA9E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4" name="Rechte verbindingslijn 63">
                        <a:extLst>
                          <a:ext uri="{FF2B5EF4-FFF2-40B4-BE49-F238E27FC236}">
                            <a16:creationId xmlns:a16="http://schemas.microsoft.com/office/drawing/2014/main" id="{4C2943FB-0D17-3D18-61DB-DFFE2D9AD26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5" name="Rechte verbindingslijn 64">
                        <a:extLst>
                          <a:ext uri="{FF2B5EF4-FFF2-40B4-BE49-F238E27FC236}">
                            <a16:creationId xmlns:a16="http://schemas.microsoft.com/office/drawing/2014/main" id="{CEB0C0C9-1CF8-D1E8-509E-AFFB169D6CF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9BA8152F-80D3-C55A-78F0-B813F1708BA3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74E9EB61-607D-ED27-2034-0D33B075BF05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ADCD3DC2-B4D0-7E09-2DD0-3D99F3FC56AC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B58326CF-69BF-FDA0-D4A5-42AD5D3D4B5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4" name="Rechthoek 53">
                    <a:extLst>
                      <a:ext uri="{FF2B5EF4-FFF2-40B4-BE49-F238E27FC236}">
                        <a16:creationId xmlns:a16="http://schemas.microsoft.com/office/drawing/2014/main" id="{9485AF96-38BE-0A69-B40F-BF7BD273451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5" name="Groep 54">
                    <a:extLst>
                      <a:ext uri="{FF2B5EF4-FFF2-40B4-BE49-F238E27FC236}">
                        <a16:creationId xmlns:a16="http://schemas.microsoft.com/office/drawing/2014/main" id="{58342E28-70FF-3989-21D6-A0CCA59259BD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99298644-CF67-6347-7EF6-C1ECB0AD69D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7" name="Rechthoek: afgeronde bovenhoeken 56">
                      <a:extLst>
                        <a:ext uri="{FF2B5EF4-FFF2-40B4-BE49-F238E27FC236}">
                          <a16:creationId xmlns:a16="http://schemas.microsoft.com/office/drawing/2014/main" id="{A8719B45-672C-06C5-C7C6-47DBCA216F9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8" name="Gelijkbenige driehoek 57">
                      <a:extLst>
                        <a:ext uri="{FF2B5EF4-FFF2-40B4-BE49-F238E27FC236}">
                          <a16:creationId xmlns:a16="http://schemas.microsoft.com/office/drawing/2014/main" id="{B092A4C6-94BC-22BC-3493-8663E17032AD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8AD00A15-C8EF-F410-BEBD-04AA892834E9}"/>
                  </a:ext>
                </a:extLst>
              </p:cNvPr>
              <p:cNvSpPr/>
              <p:nvPr userDrawn="1"/>
            </p:nvSpPr>
            <p:spPr>
              <a:xfrm>
                <a:off x="-3786437" y="5405353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weten?</a:t>
                </a:r>
                <a:br>
                  <a:rPr lang="nl-NL" sz="1200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Ga naar de instructie dia </a:t>
                </a:r>
                <a:r>
                  <a:rPr lang="nl-NL" sz="1200" b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‘VIDEO INSTRUCTIES’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Deze vind je vooraan de presentatie of voeg je in via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‘Start’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&gt;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‘Nieuwe dia’</a:t>
                </a:r>
              </a:p>
            </p:txBody>
          </p:sp>
          <p:grpSp>
            <p:nvGrpSpPr>
              <p:cNvPr id="38" name="ICOON_info">
                <a:extLst>
                  <a:ext uri="{FF2B5EF4-FFF2-40B4-BE49-F238E27FC236}">
                    <a16:creationId xmlns:a16="http://schemas.microsoft.com/office/drawing/2014/main" id="{53CABE2C-DB8B-8017-A5C6-8C60BFCD1B96}"/>
                  </a:ext>
                </a:extLst>
              </p:cNvPr>
              <p:cNvGrpSpPr/>
              <p:nvPr userDrawn="1"/>
            </p:nvGrpSpPr>
            <p:grpSpPr>
              <a:xfrm>
                <a:off x="-376736" y="5269335"/>
                <a:ext cx="283685" cy="283685"/>
                <a:chOff x="-510741" y="5913713"/>
                <a:chExt cx="267555" cy="267555"/>
              </a:xfrm>
            </p:grpSpPr>
            <p:sp>
              <p:nvSpPr>
                <p:cNvPr id="39" name="Ovaal 38">
                  <a:extLst>
                    <a:ext uri="{FF2B5EF4-FFF2-40B4-BE49-F238E27FC236}">
                      <a16:creationId xmlns:a16="http://schemas.microsoft.com/office/drawing/2014/main" id="{0A596DC8-0718-6DE1-280A-DAF539B09BEB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0" name="Graphic 163" descr="Informatie">
                  <a:extLst>
                    <a:ext uri="{FF2B5EF4-FFF2-40B4-BE49-F238E27FC236}">
                      <a16:creationId xmlns:a16="http://schemas.microsoft.com/office/drawing/2014/main" id="{0313AF30-6DB9-B050-F8AD-D3D0FA2FC2D2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" name="INSTRUCTIE">
              <a:extLst>
                <a:ext uri="{FF2B5EF4-FFF2-40B4-BE49-F238E27FC236}">
                  <a16:creationId xmlns:a16="http://schemas.microsoft.com/office/drawing/2014/main" id="{3AEC732F-21A1-A3EA-7146-DF339129AC09}"/>
                </a:ext>
              </a:extLst>
            </p:cNvPr>
            <p:cNvGrpSpPr/>
            <p:nvPr userDrawn="1"/>
          </p:nvGrpSpPr>
          <p:grpSpPr>
            <a:xfrm>
              <a:off x="-3786165" y="1"/>
              <a:ext cx="3593091" cy="3570215"/>
              <a:chOff x="-3786165" y="1"/>
              <a:chExt cx="3593091" cy="3570215"/>
            </a:xfrm>
          </p:grpSpPr>
          <p:sp>
            <p:nvSpPr>
              <p:cNvPr id="14" name="Rechthoek 13">
                <a:extLst>
                  <a:ext uri="{FF2B5EF4-FFF2-40B4-BE49-F238E27FC236}">
                    <a16:creationId xmlns:a16="http://schemas.microsoft.com/office/drawing/2014/main" id="{E4417F1F-5DE2-7D71-99C9-28DC4282A4ED}"/>
                  </a:ext>
                </a:extLst>
              </p:cNvPr>
              <p:cNvSpPr/>
              <p:nvPr userDrawn="1"/>
            </p:nvSpPr>
            <p:spPr>
              <a:xfrm>
                <a:off x="-3786165" y="1"/>
                <a:ext cx="3593091" cy="3570215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Grafiek invoegen/opmaken</a:t>
                </a:r>
              </a:p>
            </p:txBody>
          </p:sp>
          <p:sp>
            <p:nvSpPr>
              <p:cNvPr id="15" name="Ovaal 14">
                <a:extLst>
                  <a:ext uri="{FF2B5EF4-FFF2-40B4-BE49-F238E27FC236}">
                    <a16:creationId xmlns:a16="http://schemas.microsoft.com/office/drawing/2014/main" id="{B93FC8E1-4509-BD2C-9700-1AE600C51502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6" name="Rechthoek 15">
                <a:extLst>
                  <a:ext uri="{FF2B5EF4-FFF2-40B4-BE49-F238E27FC236}">
                    <a16:creationId xmlns:a16="http://schemas.microsoft.com/office/drawing/2014/main" id="{3E6CB1CE-0BBD-CF48-CE52-F6A6ED65403B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grafiek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grafiek in te voegen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17" name="Ovaal 16">
                <a:extLst>
                  <a:ext uri="{FF2B5EF4-FFF2-40B4-BE49-F238E27FC236}">
                    <a16:creationId xmlns:a16="http://schemas.microsoft.com/office/drawing/2014/main" id="{098B8E00-DAD7-C126-B5D2-AB1414AC551C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9" name="Rechthoek 18">
                <a:extLst>
                  <a:ext uri="{FF2B5EF4-FFF2-40B4-BE49-F238E27FC236}">
                    <a16:creationId xmlns:a16="http://schemas.microsoft.com/office/drawing/2014/main" id="{FF8038DF-BB33-2BE6-57F8-ABDD513C0DB0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20" name="Groep 19">
                <a:extLst>
                  <a:ext uri="{FF2B5EF4-FFF2-40B4-BE49-F238E27FC236}">
                    <a16:creationId xmlns:a16="http://schemas.microsoft.com/office/drawing/2014/main" id="{4E9C6BE7-3F11-A49D-64F3-A3DC0F76CA58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30" name="Rechthoek 29">
                  <a:extLst>
                    <a:ext uri="{FF2B5EF4-FFF2-40B4-BE49-F238E27FC236}">
                      <a16:creationId xmlns:a16="http://schemas.microsoft.com/office/drawing/2014/main" id="{2249409C-5426-F3DA-93F6-CA1085E20830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31" name="Rechte verbindingslijn 30">
                  <a:extLst>
                    <a:ext uri="{FF2B5EF4-FFF2-40B4-BE49-F238E27FC236}">
                      <a16:creationId xmlns:a16="http://schemas.microsoft.com/office/drawing/2014/main" id="{2E91D94C-30AF-AAEE-215C-A28BD80D8C03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32" name="Gelijkbenige driehoek 31">
                  <a:extLst>
                    <a:ext uri="{FF2B5EF4-FFF2-40B4-BE49-F238E27FC236}">
                      <a16:creationId xmlns:a16="http://schemas.microsoft.com/office/drawing/2014/main" id="{56DFCCED-C155-E70A-2533-776092BEA29B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DAA32F77-AEB3-2196-25B4-91BB599E69CE}"/>
                  </a:ext>
                </a:extLst>
              </p:cNvPr>
              <p:cNvGrpSpPr/>
              <p:nvPr userDrawn="1"/>
            </p:nvGrpSpPr>
            <p:grpSpPr>
              <a:xfrm>
                <a:off x="-3316599" y="1232480"/>
                <a:ext cx="289372" cy="314992"/>
                <a:chOff x="7322769" y="-310267"/>
                <a:chExt cx="289372" cy="314992"/>
              </a:xfrm>
            </p:grpSpPr>
            <p:sp>
              <p:nvSpPr>
                <p:cNvPr id="27" name="Rechthoek 26">
                  <a:extLst>
                    <a:ext uri="{FF2B5EF4-FFF2-40B4-BE49-F238E27FC236}">
                      <a16:creationId xmlns:a16="http://schemas.microsoft.com/office/drawing/2014/main" id="{F1A69AA7-16AE-DBE1-0344-0ADC8825E341}"/>
                    </a:ext>
                  </a:extLst>
                </p:cNvPr>
                <p:cNvSpPr/>
                <p:nvPr userDrawn="1"/>
              </p:nvSpPr>
              <p:spPr>
                <a:xfrm>
                  <a:off x="7322769" y="-211712"/>
                  <a:ext cx="79156" cy="21643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8" name="Rechthoek 27">
                  <a:extLst>
                    <a:ext uri="{FF2B5EF4-FFF2-40B4-BE49-F238E27FC236}">
                      <a16:creationId xmlns:a16="http://schemas.microsoft.com/office/drawing/2014/main" id="{967DCC33-4411-6F30-E702-E8778F20C8F3}"/>
                    </a:ext>
                  </a:extLst>
                </p:cNvPr>
                <p:cNvSpPr/>
                <p:nvPr userDrawn="1"/>
              </p:nvSpPr>
              <p:spPr>
                <a:xfrm>
                  <a:off x="7427035" y="-310267"/>
                  <a:ext cx="79156" cy="314992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9" name="Rechthoek 28">
                  <a:extLst>
                    <a:ext uri="{FF2B5EF4-FFF2-40B4-BE49-F238E27FC236}">
                      <a16:creationId xmlns:a16="http://schemas.microsoft.com/office/drawing/2014/main" id="{8FED652A-CFF7-B80E-BBA1-AE02F74AE77F}"/>
                    </a:ext>
                  </a:extLst>
                </p:cNvPr>
                <p:cNvSpPr/>
                <p:nvPr userDrawn="1"/>
              </p:nvSpPr>
              <p:spPr>
                <a:xfrm>
                  <a:off x="7532985" y="-240134"/>
                  <a:ext cx="79156" cy="244859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2" name="Ovaal 21">
                <a:extLst>
                  <a:ext uri="{FF2B5EF4-FFF2-40B4-BE49-F238E27FC236}">
                    <a16:creationId xmlns:a16="http://schemas.microsoft.com/office/drawing/2014/main" id="{9881470B-DFE8-7564-450A-9CE0FB40A253}"/>
                  </a:ext>
                </a:extLst>
              </p:cNvPr>
              <p:cNvSpPr/>
              <p:nvPr userDrawn="1"/>
            </p:nvSpPr>
            <p:spPr>
              <a:xfrm>
                <a:off x="-3603587" y="2555608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61CB9D8A-723D-3C7A-47E3-51684FDD48D6}"/>
                  </a:ext>
                </a:extLst>
              </p:cNvPr>
              <p:cNvSpPr/>
              <p:nvPr userDrawn="1"/>
            </p:nvSpPr>
            <p:spPr>
              <a:xfrm>
                <a:off x="-3319415" y="2555610"/>
                <a:ext cx="2944682" cy="47686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Verander de opmaak van de grafiek door onderdelen van de grafiek aan te klikken en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‘Opmaak’ 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 gaan. </a:t>
                </a:r>
              </a:p>
            </p:txBody>
          </p:sp>
          <p:grpSp>
            <p:nvGrpSpPr>
              <p:cNvPr id="24" name="Groep 23">
                <a:extLst>
                  <a:ext uri="{FF2B5EF4-FFF2-40B4-BE49-F238E27FC236}">
                    <a16:creationId xmlns:a16="http://schemas.microsoft.com/office/drawing/2014/main" id="{0735C400-63AF-2EE1-6DB4-E0C57955A1C2}"/>
                  </a:ext>
                </a:extLst>
              </p:cNvPr>
              <p:cNvGrpSpPr/>
              <p:nvPr userDrawn="1"/>
            </p:nvGrpSpPr>
            <p:grpSpPr>
              <a:xfrm>
                <a:off x="-3312582" y="3144513"/>
                <a:ext cx="576000" cy="246597"/>
                <a:chOff x="-3312582" y="1060763"/>
                <a:chExt cx="576000" cy="246597"/>
              </a:xfrm>
            </p:grpSpPr>
            <p:sp>
              <p:nvSpPr>
                <p:cNvPr id="25" name="Rechthoek 24">
                  <a:extLst>
                    <a:ext uri="{FF2B5EF4-FFF2-40B4-BE49-F238E27FC236}">
                      <a16:creationId xmlns:a16="http://schemas.microsoft.com/office/drawing/2014/main" id="{11789CB0-5B1F-7382-FB86-12021E0FCA53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nl-NL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Opmaak</a:t>
                  </a:r>
                </a:p>
              </p:txBody>
            </p:sp>
            <p:sp>
              <p:nvSpPr>
                <p:cNvPr id="26" name="Rechthoek 25">
                  <a:extLst>
                    <a:ext uri="{FF2B5EF4-FFF2-40B4-BE49-F238E27FC236}">
                      <a16:creationId xmlns:a16="http://schemas.microsoft.com/office/drawing/2014/main" id="{54214B18-9A5C-EECE-6C15-19CAE5AAEF8E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9" name="Tijdelijke aanduiding voor tekst 6">
            <a:extLst>
              <a:ext uri="{FF2B5EF4-FFF2-40B4-BE49-F238E27FC236}">
                <a16:creationId xmlns:a16="http://schemas.microsoft.com/office/drawing/2014/main" id="{DD08BEF9-93EE-E110-FD3E-8B6534CFAA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31118" y="2029216"/>
            <a:ext cx="4167808" cy="3803258"/>
          </a:xfrm>
        </p:spPr>
        <p:txBody>
          <a:bodyPr/>
          <a:lstStyle/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</p:txBody>
      </p:sp>
      <p:sp>
        <p:nvSpPr>
          <p:cNvPr id="10" name="Tijdelijke aanduiding voor tabel 16">
            <a:extLst>
              <a:ext uri="{FF2B5EF4-FFF2-40B4-BE49-F238E27FC236}">
                <a16:creationId xmlns:a16="http://schemas.microsoft.com/office/drawing/2014/main" id="{FB88EED1-DFBE-B9BF-5966-D2E5FFA0E08D}"/>
              </a:ext>
            </a:extLst>
          </p:cNvPr>
          <p:cNvSpPr>
            <a:spLocks noGrp="1"/>
          </p:cNvSpPr>
          <p:nvPr>
            <p:ph type="tbl" sz="quarter" idx="23" hasCustomPrompt="1"/>
          </p:nvPr>
        </p:nvSpPr>
        <p:spPr>
          <a:xfrm>
            <a:off x="6090217" y="719139"/>
            <a:ext cx="5381783" cy="5137150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19575" algn="l"/>
              </a:tabLst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Klik op onderstaand pictogram 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8" name="INSTRUCTIE">
            <a:extLst>
              <a:ext uri="{FF2B5EF4-FFF2-40B4-BE49-F238E27FC236}">
                <a16:creationId xmlns:a16="http://schemas.microsoft.com/office/drawing/2014/main" id="{20B88536-E7DA-A3A5-6402-2037B105B96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70" name="Rechthoek 69">
              <a:extLst>
                <a:ext uri="{FF2B5EF4-FFF2-40B4-BE49-F238E27FC236}">
                  <a16:creationId xmlns:a16="http://schemas.microsoft.com/office/drawing/2014/main" id="{5DF6F51E-AA3E-D0B8-CB1B-10C065EC29F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+mj-lt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71" name="Ovaal 70">
              <a:extLst>
                <a:ext uri="{FF2B5EF4-FFF2-40B4-BE49-F238E27FC236}">
                  <a16:creationId xmlns:a16="http://schemas.microsoft.com/office/drawing/2014/main" id="{13C510E3-A779-73BC-2598-615A67921C89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5D426E95-32C7-D161-6DD1-D66E09E010C2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4625" marR="0" lvl="0" indent="-17462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8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Ovaal 72">
              <a:extLst>
                <a:ext uri="{FF2B5EF4-FFF2-40B4-BE49-F238E27FC236}">
                  <a16:creationId xmlns:a16="http://schemas.microsoft.com/office/drawing/2014/main" id="{561B7520-D2A0-48A5-1ED2-24206540D472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A9E52C97-BF88-C78D-A051-E356452306B5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C9FC58D3-A0DD-FC2F-C5F0-DC7A1E0A4538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5600" marR="0" lvl="1" indent="-17780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</a:buBlip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#1</a:t>
              </a:r>
            </a:p>
          </p:txBody>
        </p:sp>
        <p:sp>
          <p:nvSpPr>
            <p:cNvPr id="76" name="Ovaal 75">
              <a:extLst>
                <a:ext uri="{FF2B5EF4-FFF2-40B4-BE49-F238E27FC236}">
                  <a16:creationId xmlns:a16="http://schemas.microsoft.com/office/drawing/2014/main" id="{5AE83421-C17E-212C-7D75-D25544C3A0AF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7D10B8E8-6F55-9042-9E82-4B077BDB58F6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1813" marR="0" lvl="2" indent="-17145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Segoe UI Light" panose="020B0502040204020203" pitchFamily="34" charset="0"/>
                <a:buChar char="–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Sub-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#2</a:t>
              </a:r>
            </a:p>
          </p:txBody>
        </p:sp>
        <p:sp>
          <p:nvSpPr>
            <p:cNvPr id="78" name="Ovaal 77">
              <a:extLst>
                <a:ext uri="{FF2B5EF4-FFF2-40B4-BE49-F238E27FC236}">
                  <a16:creationId xmlns:a16="http://schemas.microsoft.com/office/drawing/2014/main" id="{78ECB7FC-296E-C8E3-1F0A-E59E54178D68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2E8D0E6F-B824-BF08-EB4A-1E39606B0AB8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Leestekst</a:t>
              </a:r>
            </a:p>
          </p:txBody>
        </p:sp>
        <p:sp>
          <p:nvSpPr>
            <p:cNvPr id="80" name="Ovaal 79">
              <a:extLst>
                <a:ext uri="{FF2B5EF4-FFF2-40B4-BE49-F238E27FC236}">
                  <a16:creationId xmlns:a16="http://schemas.microsoft.com/office/drawing/2014/main" id="{CB224ECF-0A11-02C9-7E0E-5EDF5BB0993A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BD067B4E-AAD2-2057-9450-ADBA4F3A4CCD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600" b="1" kern="1200" noProof="0">
                  <a:solidFill>
                    <a:schemeClr val="accent3"/>
                  </a:solidFill>
                  <a:latin typeface="+mj-lt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82" name="Ovaal 81">
              <a:extLst>
                <a:ext uri="{FF2B5EF4-FFF2-40B4-BE49-F238E27FC236}">
                  <a16:creationId xmlns:a16="http://schemas.microsoft.com/office/drawing/2014/main" id="{77BA571B-BD8F-748E-F645-A1826E19C7E7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5ED1A90-28F8-737F-F7FD-C654784C19DE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8288" marR="0" lvl="6" indent="-26828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Numerieke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B859CC11-E529-F0EB-BE5D-B52E9907EC3A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99324D4-4448-ADED-0F50-B0CF801A5858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74638" marR="0" lvl="7" indent="-274638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lang="nl-NL" sz="1400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Alfabetische </a:t>
              </a:r>
              <a:r>
                <a:rPr lang="nl-NL" sz="1400" kern="1200" noProof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bullet</a:t>
              </a:r>
              <a:endParaRPr lang="nl-NL" sz="1400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D088A9FC-E9D7-96BE-18AB-87195B17CDD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BEC91737-D88A-86A7-1ED3-48C77C8C1C9E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8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100" i="1" kern="120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E8FD7149-1FC6-C088-3F0C-6BDA8B5DCA7E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55B234C6-99CD-CBBA-635F-B9DF345E116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nl-NL" sz="1400" b="1" kern="1200" cap="none" baseline="0" noProof="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Subtitel #2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C397B5A0-A5E6-D41D-BD24-A8E5F552D2B7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91" name="ICOON_info">
              <a:extLst>
                <a:ext uri="{FF2B5EF4-FFF2-40B4-BE49-F238E27FC236}">
                  <a16:creationId xmlns:a16="http://schemas.microsoft.com/office/drawing/2014/main" id="{2702C145-411F-8C60-49E8-3E219E66B84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33" name="Ovaal 132">
                <a:extLst>
                  <a:ext uri="{FF2B5EF4-FFF2-40B4-BE49-F238E27FC236}">
                    <a16:creationId xmlns:a16="http://schemas.microsoft.com/office/drawing/2014/main" id="{AA219FF1-0F09-2529-8499-52FA81083AF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4" name="Graphic 163" descr="Informatie">
                <a:extLst>
                  <a:ext uri="{FF2B5EF4-FFF2-40B4-BE49-F238E27FC236}">
                    <a16:creationId xmlns:a16="http://schemas.microsoft.com/office/drawing/2014/main" id="{5FFFC6D9-45B8-75FD-1ABA-E425FCD74A2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2" name="VOORBEELD">
              <a:extLst>
                <a:ext uri="{FF2B5EF4-FFF2-40B4-BE49-F238E27FC236}">
                  <a16:creationId xmlns:a16="http://schemas.microsoft.com/office/drawing/2014/main" id="{95DC0273-07AE-5134-FB2C-2D056DBF7CAF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A0A86D5B-FB4C-22F8-DCE3-CF518752D456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94" name="Rechthoek 93">
                <a:extLst>
                  <a:ext uri="{FF2B5EF4-FFF2-40B4-BE49-F238E27FC236}">
                    <a16:creationId xmlns:a16="http://schemas.microsoft.com/office/drawing/2014/main" id="{C049A045-88EB-2D3A-4BEF-759A6D17DFD4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95" name="Groep 94">
                <a:extLst>
                  <a:ext uri="{FF2B5EF4-FFF2-40B4-BE49-F238E27FC236}">
                    <a16:creationId xmlns:a16="http://schemas.microsoft.com/office/drawing/2014/main" id="{7A090B0F-D0A5-DA25-82BB-E2E2DD392A7B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26" name="Groep 125">
                  <a:extLst>
                    <a:ext uri="{FF2B5EF4-FFF2-40B4-BE49-F238E27FC236}">
                      <a16:creationId xmlns:a16="http://schemas.microsoft.com/office/drawing/2014/main" id="{8DDFF5BB-CD8E-678D-E6DC-63A60355DF4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28" name="Rechte verbindingslijn 127">
                    <a:extLst>
                      <a:ext uri="{FF2B5EF4-FFF2-40B4-BE49-F238E27FC236}">
                        <a16:creationId xmlns:a16="http://schemas.microsoft.com/office/drawing/2014/main" id="{4B416C39-61FA-CF02-C848-5E9A5993FF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9" name="Rechte verbindingslijn 128">
                    <a:extLst>
                      <a:ext uri="{FF2B5EF4-FFF2-40B4-BE49-F238E27FC236}">
                        <a16:creationId xmlns:a16="http://schemas.microsoft.com/office/drawing/2014/main" id="{423E1ABE-74CB-EBCE-9670-614740B1C5F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0" name="Rechte verbindingslijn 129">
                    <a:extLst>
                      <a:ext uri="{FF2B5EF4-FFF2-40B4-BE49-F238E27FC236}">
                        <a16:creationId xmlns:a16="http://schemas.microsoft.com/office/drawing/2014/main" id="{53F0FC93-38AE-C756-2AB0-DA1C952C84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1" name="Rechte verbindingslijn 130">
                    <a:extLst>
                      <a:ext uri="{FF2B5EF4-FFF2-40B4-BE49-F238E27FC236}">
                        <a16:creationId xmlns:a16="http://schemas.microsoft.com/office/drawing/2014/main" id="{BBE31ED6-7DC2-767B-24C4-51719B957AE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2" name="Rechte verbindingslijn 131">
                    <a:extLst>
                      <a:ext uri="{FF2B5EF4-FFF2-40B4-BE49-F238E27FC236}">
                        <a16:creationId xmlns:a16="http://schemas.microsoft.com/office/drawing/2014/main" id="{113D8E15-9E09-662F-0431-9B7DC9C1C09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7" name="Pijl: rechts 126">
                  <a:extLst>
                    <a:ext uri="{FF2B5EF4-FFF2-40B4-BE49-F238E27FC236}">
                      <a16:creationId xmlns:a16="http://schemas.microsoft.com/office/drawing/2014/main" id="{EE9A99D4-05E5-90DE-20BC-786B3CF4920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96" name="Groep 95">
                <a:extLst>
                  <a:ext uri="{FF2B5EF4-FFF2-40B4-BE49-F238E27FC236}">
                    <a16:creationId xmlns:a16="http://schemas.microsoft.com/office/drawing/2014/main" id="{4994C170-A762-4FF0-E937-EF9E4BD15480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19" name="Groep 118">
                  <a:extLst>
                    <a:ext uri="{FF2B5EF4-FFF2-40B4-BE49-F238E27FC236}">
                      <a16:creationId xmlns:a16="http://schemas.microsoft.com/office/drawing/2014/main" id="{A90026A1-E253-5CE8-ABD6-027580C1EA9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21" name="Rechte verbindingslijn 120">
                    <a:extLst>
                      <a:ext uri="{FF2B5EF4-FFF2-40B4-BE49-F238E27FC236}">
                        <a16:creationId xmlns:a16="http://schemas.microsoft.com/office/drawing/2014/main" id="{41673F6C-2745-8D53-B3E1-0C99729DF2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2" name="Rechte verbindingslijn 121">
                    <a:extLst>
                      <a:ext uri="{FF2B5EF4-FFF2-40B4-BE49-F238E27FC236}">
                        <a16:creationId xmlns:a16="http://schemas.microsoft.com/office/drawing/2014/main" id="{BDE35FFA-F62A-A767-B014-19870FC203C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3" name="Rechte verbindingslijn 122">
                    <a:extLst>
                      <a:ext uri="{FF2B5EF4-FFF2-40B4-BE49-F238E27FC236}">
                        <a16:creationId xmlns:a16="http://schemas.microsoft.com/office/drawing/2014/main" id="{9D840E32-02DB-0CBE-37B0-48EBD0A1206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4" name="Rechte verbindingslijn 123">
                    <a:extLst>
                      <a:ext uri="{FF2B5EF4-FFF2-40B4-BE49-F238E27FC236}">
                        <a16:creationId xmlns:a16="http://schemas.microsoft.com/office/drawing/2014/main" id="{CD7C4A09-1BCA-29A8-75FE-B50B76B21F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5" name="Rechte verbindingslijn 124">
                    <a:extLst>
                      <a:ext uri="{FF2B5EF4-FFF2-40B4-BE49-F238E27FC236}">
                        <a16:creationId xmlns:a16="http://schemas.microsoft.com/office/drawing/2014/main" id="{929C4E89-39D9-07A2-F215-CBF0D85AD8D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0" name="Pijl: rechts 119">
                  <a:extLst>
                    <a:ext uri="{FF2B5EF4-FFF2-40B4-BE49-F238E27FC236}">
                      <a16:creationId xmlns:a16="http://schemas.microsoft.com/office/drawing/2014/main" id="{E109A8C4-126D-5D4A-DA0D-8DB161E9FDA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97" name="Rechte verbindingslijn 96">
                <a:extLst>
                  <a:ext uri="{FF2B5EF4-FFF2-40B4-BE49-F238E27FC236}">
                    <a16:creationId xmlns:a16="http://schemas.microsoft.com/office/drawing/2014/main" id="{5639E53D-3FB3-7596-1034-39125D590D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B32EE68C-7DF4-738B-E974-2D7E740BFE3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0B5DB4A9-CBDB-01FD-81F7-ED3F12E57C15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0BFFC921-7B70-3C61-6110-B4BE25C1C84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01" name="Groep 100">
                <a:extLst>
                  <a:ext uri="{FF2B5EF4-FFF2-40B4-BE49-F238E27FC236}">
                    <a16:creationId xmlns:a16="http://schemas.microsoft.com/office/drawing/2014/main" id="{CD05EFAE-AB92-9978-DFC1-8FAB8F126ABC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40449503-0DD8-CBF5-F82F-2EA4D7C4D35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12" name="Groep 111">
                  <a:extLst>
                    <a:ext uri="{FF2B5EF4-FFF2-40B4-BE49-F238E27FC236}">
                      <a16:creationId xmlns:a16="http://schemas.microsoft.com/office/drawing/2014/main" id="{C29ACD30-BCF6-2D3E-CF59-336489D8A6B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14" name="Rechte verbindingslijn 113">
                    <a:extLst>
                      <a:ext uri="{FF2B5EF4-FFF2-40B4-BE49-F238E27FC236}">
                        <a16:creationId xmlns:a16="http://schemas.microsoft.com/office/drawing/2014/main" id="{C2F17727-CA79-80F4-8BC6-8B98154B65A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5" name="Rechte verbindingslijn 114">
                    <a:extLst>
                      <a:ext uri="{FF2B5EF4-FFF2-40B4-BE49-F238E27FC236}">
                        <a16:creationId xmlns:a16="http://schemas.microsoft.com/office/drawing/2014/main" id="{C58F3A7B-FA5B-A719-982E-F6D10BC661F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6" name="Rechte verbindingslijn 115">
                    <a:extLst>
                      <a:ext uri="{FF2B5EF4-FFF2-40B4-BE49-F238E27FC236}">
                        <a16:creationId xmlns:a16="http://schemas.microsoft.com/office/drawing/2014/main" id="{AAE44941-5351-17C7-A54C-5DA4167C8D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7" name="Rechte verbindingslijn 116">
                    <a:extLst>
                      <a:ext uri="{FF2B5EF4-FFF2-40B4-BE49-F238E27FC236}">
                        <a16:creationId xmlns:a16="http://schemas.microsoft.com/office/drawing/2014/main" id="{66424F76-03E6-92D9-ECCE-CB7928473D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8" name="Rechte verbindingslijn 117">
                    <a:extLst>
                      <a:ext uri="{FF2B5EF4-FFF2-40B4-BE49-F238E27FC236}">
                        <a16:creationId xmlns:a16="http://schemas.microsoft.com/office/drawing/2014/main" id="{A397EDD8-D5A9-8A87-A3F7-46A3BFE75F3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13" name="Pijl: rechts 112">
                  <a:extLst>
                    <a:ext uri="{FF2B5EF4-FFF2-40B4-BE49-F238E27FC236}">
                      <a16:creationId xmlns:a16="http://schemas.microsoft.com/office/drawing/2014/main" id="{E4929329-6B6D-B24D-15A2-82281E14783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02" name="Groep 101">
                <a:extLst>
                  <a:ext uri="{FF2B5EF4-FFF2-40B4-BE49-F238E27FC236}">
                    <a16:creationId xmlns:a16="http://schemas.microsoft.com/office/drawing/2014/main" id="{1D5053AA-2A70-1D59-DC4E-B0C69E1465A8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03" name="Rechthoek 102">
                  <a:extLst>
                    <a:ext uri="{FF2B5EF4-FFF2-40B4-BE49-F238E27FC236}">
                      <a16:creationId xmlns:a16="http://schemas.microsoft.com/office/drawing/2014/main" id="{86440BA5-65F2-542F-3B40-A92D2962FDE4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4" name="Groep 103">
                  <a:extLst>
                    <a:ext uri="{FF2B5EF4-FFF2-40B4-BE49-F238E27FC236}">
                      <a16:creationId xmlns:a16="http://schemas.microsoft.com/office/drawing/2014/main" id="{27EDB4F3-22CC-1411-E8BE-EBF155EDD1F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06" name="Rechte verbindingslijn 105">
                    <a:extLst>
                      <a:ext uri="{FF2B5EF4-FFF2-40B4-BE49-F238E27FC236}">
                        <a16:creationId xmlns:a16="http://schemas.microsoft.com/office/drawing/2014/main" id="{7125683E-681E-D0A1-3F79-CE07A67EFE7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7" name="Rechte verbindingslijn 106">
                    <a:extLst>
                      <a:ext uri="{FF2B5EF4-FFF2-40B4-BE49-F238E27FC236}">
                        <a16:creationId xmlns:a16="http://schemas.microsoft.com/office/drawing/2014/main" id="{E2E8F68D-9AC0-63CE-C026-DD3B694CDEA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8" name="Rechte verbindingslijn 107">
                    <a:extLst>
                      <a:ext uri="{FF2B5EF4-FFF2-40B4-BE49-F238E27FC236}">
                        <a16:creationId xmlns:a16="http://schemas.microsoft.com/office/drawing/2014/main" id="{CD96F81A-0296-811E-4924-B7B280413F5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85E4E196-438F-4B2E-88BC-8285863C1CA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0" name="Rechte verbindingslijn 109">
                    <a:extLst>
                      <a:ext uri="{FF2B5EF4-FFF2-40B4-BE49-F238E27FC236}">
                        <a16:creationId xmlns:a16="http://schemas.microsoft.com/office/drawing/2014/main" id="{8CE41082-8D99-A428-22F6-92AFEACD1A1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5" name="Pijl: rechts 104">
                  <a:extLst>
                    <a:ext uri="{FF2B5EF4-FFF2-40B4-BE49-F238E27FC236}">
                      <a16:creationId xmlns:a16="http://schemas.microsoft.com/office/drawing/2014/main" id="{B171BE59-2C14-3C54-B84D-E756A60588A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4456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846564F7-C13F-7906-2337-9796F8D90EBE}"/>
              </a:ext>
            </a:extLst>
          </p:cNvPr>
          <p:cNvSpPr/>
          <p:nvPr userDrawn="1"/>
        </p:nvSpPr>
        <p:spPr>
          <a:xfrm>
            <a:off x="727164" y="0"/>
            <a:ext cx="11464836" cy="685799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26B0424-46A6-F9C8-39A5-C91F3C5EC7DF}"/>
              </a:ext>
            </a:extLst>
          </p:cNvPr>
          <p:cNvSpPr/>
          <p:nvPr userDrawn="1"/>
        </p:nvSpPr>
        <p:spPr>
          <a:xfrm>
            <a:off x="727164" y="6726402"/>
            <a:ext cx="11464836" cy="131598"/>
          </a:xfrm>
          <a:prstGeom prst="rect">
            <a:avLst/>
          </a:prstGeom>
          <a:gradFill>
            <a:gsLst>
              <a:gs pos="64000">
                <a:schemeClr val="accent1"/>
              </a:gs>
              <a:gs pos="100000">
                <a:srgbClr val="8ACEA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noProof="0"/>
              <a:t>Plaats hier je titel</a:t>
            </a:r>
          </a:p>
        </p:txBody>
      </p:sp>
      <p:sp>
        <p:nvSpPr>
          <p:cNvPr id="66" name="Rechthoek 65">
            <a:extLst>
              <a:ext uri="{FF2B5EF4-FFF2-40B4-BE49-F238E27FC236}">
                <a16:creationId xmlns:a16="http://schemas.microsoft.com/office/drawing/2014/main" id="{E1DF2F67-9499-4802-9907-3BD145604634}"/>
              </a:ext>
            </a:extLst>
          </p:cNvPr>
          <p:cNvSpPr/>
          <p:nvPr userDrawn="1"/>
        </p:nvSpPr>
        <p:spPr>
          <a:xfrm>
            <a:off x="0" y="-425941"/>
            <a:ext cx="467051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Tabel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B9D1CBE-286C-47E0-87BA-042477FE10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 err="1"/>
              <a:t>Cerios</a:t>
            </a:r>
            <a:r>
              <a:rPr lang="nl-NL"/>
              <a:t> template-set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CE41C6-FDB9-4D2A-AE1B-7ECD442873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65E285AC-270E-3541-F1EA-BE0F26AA9E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7" y="368300"/>
            <a:ext cx="4167809" cy="168113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grpSp>
        <p:nvGrpSpPr>
          <p:cNvPr id="11" name="INSTRUCTIE">
            <a:extLst>
              <a:ext uri="{FF2B5EF4-FFF2-40B4-BE49-F238E27FC236}">
                <a16:creationId xmlns:a16="http://schemas.microsoft.com/office/drawing/2014/main" id="{C701AF8B-DFA5-D952-A3CA-E189E1F1BEAB}"/>
              </a:ext>
            </a:extLst>
          </p:cNvPr>
          <p:cNvGrpSpPr/>
          <p:nvPr userDrawn="1"/>
        </p:nvGrpSpPr>
        <p:grpSpPr>
          <a:xfrm>
            <a:off x="12377595" y="1"/>
            <a:ext cx="3693386" cy="6233352"/>
            <a:chOff x="-3786437" y="1"/>
            <a:chExt cx="3693386" cy="6233352"/>
          </a:xfrm>
        </p:grpSpPr>
        <p:grpSp>
          <p:nvGrpSpPr>
            <p:cNvPr id="12" name="Groep 11">
              <a:extLst>
                <a:ext uri="{FF2B5EF4-FFF2-40B4-BE49-F238E27FC236}">
                  <a16:creationId xmlns:a16="http://schemas.microsoft.com/office/drawing/2014/main" id="{64724C3D-F7BF-F458-1A26-4FF98A4AD798}"/>
                </a:ext>
              </a:extLst>
            </p:cNvPr>
            <p:cNvGrpSpPr/>
            <p:nvPr userDrawn="1"/>
          </p:nvGrpSpPr>
          <p:grpSpPr>
            <a:xfrm>
              <a:off x="-3786437" y="3752148"/>
              <a:ext cx="3693386" cy="2481205"/>
              <a:chOff x="-3786437" y="3752148"/>
              <a:chExt cx="3693386" cy="2481205"/>
            </a:xfrm>
          </p:grpSpPr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18AE68B6-CC83-7C3F-FC4B-BBDA31F6F7F7}"/>
                  </a:ext>
                </a:extLst>
              </p:cNvPr>
              <p:cNvSpPr/>
              <p:nvPr userDrawn="1"/>
            </p:nvSpPr>
            <p:spPr>
              <a:xfrm>
                <a:off x="-3786165" y="3752148"/>
                <a:ext cx="3593091" cy="17526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Grafiek data bewerken</a:t>
                </a:r>
              </a:p>
            </p:txBody>
          </p:sp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92E9BA8A-DC91-C225-2B45-1DEFF247ED86}"/>
                  </a:ext>
                </a:extLst>
              </p:cNvPr>
              <p:cNvSpPr/>
              <p:nvPr userDrawn="1"/>
            </p:nvSpPr>
            <p:spPr>
              <a:xfrm>
                <a:off x="-3603587" y="421674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3CC7E062-8B16-0A7D-0122-08BECAB6CBB6}"/>
                  </a:ext>
                </a:extLst>
              </p:cNvPr>
              <p:cNvSpPr/>
              <p:nvPr userDrawn="1"/>
            </p:nvSpPr>
            <p:spPr>
              <a:xfrm>
                <a:off x="-3319415" y="4216747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‘Gegevens bewerken’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6" name="Groep 35">
                <a:extLst>
                  <a:ext uri="{FF2B5EF4-FFF2-40B4-BE49-F238E27FC236}">
                    <a16:creationId xmlns:a16="http://schemas.microsoft.com/office/drawing/2014/main" id="{917B711F-47B4-AB6E-40C2-98B1529D0021}"/>
                  </a:ext>
                </a:extLst>
              </p:cNvPr>
              <p:cNvGrpSpPr/>
              <p:nvPr userDrawn="1"/>
            </p:nvGrpSpPr>
            <p:grpSpPr>
              <a:xfrm>
                <a:off x="-3314821" y="4656539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41" name="Rechthoek 40">
                  <a:extLst>
                    <a:ext uri="{FF2B5EF4-FFF2-40B4-BE49-F238E27FC236}">
                      <a16:creationId xmlns:a16="http://schemas.microsoft.com/office/drawing/2014/main" id="{B35CF89E-AD3D-21E6-EC9F-55552A11AB8F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2" name="Rechthoek 41">
                  <a:extLst>
                    <a:ext uri="{FF2B5EF4-FFF2-40B4-BE49-F238E27FC236}">
                      <a16:creationId xmlns:a16="http://schemas.microsoft.com/office/drawing/2014/main" id="{067E55BB-ECDC-8E06-E09F-C0ECB6E48B08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" name="Tekstvak 42">
                  <a:extLst>
                    <a:ext uri="{FF2B5EF4-FFF2-40B4-BE49-F238E27FC236}">
                      <a16:creationId xmlns:a16="http://schemas.microsoft.com/office/drawing/2014/main" id="{802DC194-D160-098E-0299-F7397A113A0A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Grafiektype wijzigen</a:t>
                  </a:r>
                </a:p>
              </p:txBody>
            </p:sp>
            <p:sp>
              <p:nvSpPr>
                <p:cNvPr id="44" name="Tekstvak 43">
                  <a:extLst>
                    <a:ext uri="{FF2B5EF4-FFF2-40B4-BE49-F238E27FC236}">
                      <a16:creationId xmlns:a16="http://schemas.microsoft.com/office/drawing/2014/main" id="{F5CCB814-DC1D-0AE7-4597-F71B8FAB8327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Gegevens bewerken</a:t>
                  </a:r>
                </a:p>
              </p:txBody>
            </p:sp>
            <p:sp>
              <p:nvSpPr>
                <p:cNvPr id="45" name="Vrije vorm: vorm 44">
                  <a:extLst>
                    <a:ext uri="{FF2B5EF4-FFF2-40B4-BE49-F238E27FC236}">
                      <a16:creationId xmlns:a16="http://schemas.microsoft.com/office/drawing/2014/main" id="{6447C324-D419-FB7D-EA06-CC2F0FEA3FAB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B01AA8DB-C1EA-43A1-011B-601ED4EA3A7D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9B7E361D-3D58-8619-18BB-A8EC76860DE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6E629E53-7FC4-1F67-66C7-C7841FD6D5D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48DC964F-70CC-B3D1-CDFA-1071E8F9957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DF5088AA-CCAC-08E3-6768-F54F578A1A30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91FCA6BD-3A60-1677-78DC-9188483C31A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49" name="Groep 48">
                    <a:extLst>
                      <a:ext uri="{FF2B5EF4-FFF2-40B4-BE49-F238E27FC236}">
                        <a16:creationId xmlns:a16="http://schemas.microsoft.com/office/drawing/2014/main" id="{A2F049C7-ABA9-0DC7-3709-6C8110DC6FA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59" name="Rechte verbindingslijn 58">
                      <a:extLst>
                        <a:ext uri="{FF2B5EF4-FFF2-40B4-BE49-F238E27FC236}">
                          <a16:creationId xmlns:a16="http://schemas.microsoft.com/office/drawing/2014/main" id="{B072C5A8-9682-7FE7-4FA1-8F84F1436DFC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0" name="Rechte verbindingslijn 59">
                      <a:extLst>
                        <a:ext uri="{FF2B5EF4-FFF2-40B4-BE49-F238E27FC236}">
                          <a16:creationId xmlns:a16="http://schemas.microsoft.com/office/drawing/2014/main" id="{532B7B73-7919-FEC4-FEEB-49B9F4F355F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1" name="Groep 60">
                      <a:extLst>
                        <a:ext uri="{FF2B5EF4-FFF2-40B4-BE49-F238E27FC236}">
                          <a16:creationId xmlns:a16="http://schemas.microsoft.com/office/drawing/2014/main" id="{04125BE1-8669-E0B8-B970-D16BD299B55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2C8926D2-9131-3739-4A94-1CA68C89AD6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Rechte verbindingslijn 62">
                        <a:extLst>
                          <a:ext uri="{FF2B5EF4-FFF2-40B4-BE49-F238E27FC236}">
                            <a16:creationId xmlns:a16="http://schemas.microsoft.com/office/drawing/2014/main" id="{0DF2A84D-5C1C-9529-8350-71FFB72CA9E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4" name="Rechte verbindingslijn 63">
                        <a:extLst>
                          <a:ext uri="{FF2B5EF4-FFF2-40B4-BE49-F238E27FC236}">
                            <a16:creationId xmlns:a16="http://schemas.microsoft.com/office/drawing/2014/main" id="{4C2943FB-0D17-3D18-61DB-DFFE2D9AD26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5" name="Rechte verbindingslijn 64">
                        <a:extLst>
                          <a:ext uri="{FF2B5EF4-FFF2-40B4-BE49-F238E27FC236}">
                            <a16:creationId xmlns:a16="http://schemas.microsoft.com/office/drawing/2014/main" id="{CEB0C0C9-1CF8-D1E8-509E-AFFB169D6CF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9BA8152F-80D3-C55A-78F0-B813F1708BA3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74E9EB61-607D-ED27-2034-0D33B075BF05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ADCD3DC2-B4D0-7E09-2DD0-3D99F3FC56AC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B58326CF-69BF-FDA0-D4A5-42AD5D3D4B5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4" name="Rechthoek 53">
                    <a:extLst>
                      <a:ext uri="{FF2B5EF4-FFF2-40B4-BE49-F238E27FC236}">
                        <a16:creationId xmlns:a16="http://schemas.microsoft.com/office/drawing/2014/main" id="{9485AF96-38BE-0A69-B40F-BF7BD273451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5" name="Groep 54">
                    <a:extLst>
                      <a:ext uri="{FF2B5EF4-FFF2-40B4-BE49-F238E27FC236}">
                        <a16:creationId xmlns:a16="http://schemas.microsoft.com/office/drawing/2014/main" id="{58342E28-70FF-3989-21D6-A0CCA59259BD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99298644-CF67-6347-7EF6-C1ECB0AD69D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7" name="Rechthoek: afgeronde bovenhoeken 56">
                      <a:extLst>
                        <a:ext uri="{FF2B5EF4-FFF2-40B4-BE49-F238E27FC236}">
                          <a16:creationId xmlns:a16="http://schemas.microsoft.com/office/drawing/2014/main" id="{A8719B45-672C-06C5-C7C6-47DBCA216F9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8" name="Gelijkbenige driehoek 57">
                      <a:extLst>
                        <a:ext uri="{FF2B5EF4-FFF2-40B4-BE49-F238E27FC236}">
                          <a16:creationId xmlns:a16="http://schemas.microsoft.com/office/drawing/2014/main" id="{B092A4C6-94BC-22BC-3493-8663E17032AD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8AD00A15-C8EF-F410-BEBD-04AA892834E9}"/>
                  </a:ext>
                </a:extLst>
              </p:cNvPr>
              <p:cNvSpPr/>
              <p:nvPr userDrawn="1"/>
            </p:nvSpPr>
            <p:spPr>
              <a:xfrm>
                <a:off x="-3786437" y="5405353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weten?</a:t>
                </a:r>
                <a:br>
                  <a:rPr lang="nl-NL" sz="1200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Ga naar de instructie dia </a:t>
                </a:r>
                <a:r>
                  <a:rPr lang="nl-NL" sz="1200" b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‘VIDEO INSTRUCTIES’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Deze vind je vooraan de presentatie of voeg je in via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‘Start’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&gt;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‘Nieuwe dia’</a:t>
                </a:r>
              </a:p>
            </p:txBody>
          </p:sp>
          <p:grpSp>
            <p:nvGrpSpPr>
              <p:cNvPr id="38" name="ICOON_info">
                <a:extLst>
                  <a:ext uri="{FF2B5EF4-FFF2-40B4-BE49-F238E27FC236}">
                    <a16:creationId xmlns:a16="http://schemas.microsoft.com/office/drawing/2014/main" id="{53CABE2C-DB8B-8017-A5C6-8C60BFCD1B96}"/>
                  </a:ext>
                </a:extLst>
              </p:cNvPr>
              <p:cNvGrpSpPr/>
              <p:nvPr userDrawn="1"/>
            </p:nvGrpSpPr>
            <p:grpSpPr>
              <a:xfrm>
                <a:off x="-376736" y="5269335"/>
                <a:ext cx="283685" cy="283685"/>
                <a:chOff x="-510741" y="5913713"/>
                <a:chExt cx="267555" cy="267555"/>
              </a:xfrm>
            </p:grpSpPr>
            <p:sp>
              <p:nvSpPr>
                <p:cNvPr id="39" name="Ovaal 38">
                  <a:extLst>
                    <a:ext uri="{FF2B5EF4-FFF2-40B4-BE49-F238E27FC236}">
                      <a16:creationId xmlns:a16="http://schemas.microsoft.com/office/drawing/2014/main" id="{0A596DC8-0718-6DE1-280A-DAF539B09BEB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0" name="Graphic 163" descr="Informatie">
                  <a:extLst>
                    <a:ext uri="{FF2B5EF4-FFF2-40B4-BE49-F238E27FC236}">
                      <a16:creationId xmlns:a16="http://schemas.microsoft.com/office/drawing/2014/main" id="{0313AF30-6DB9-B050-F8AD-D3D0FA2FC2D2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" name="INSTRUCTIE">
              <a:extLst>
                <a:ext uri="{FF2B5EF4-FFF2-40B4-BE49-F238E27FC236}">
                  <a16:creationId xmlns:a16="http://schemas.microsoft.com/office/drawing/2014/main" id="{3AEC732F-21A1-A3EA-7146-DF339129AC09}"/>
                </a:ext>
              </a:extLst>
            </p:cNvPr>
            <p:cNvGrpSpPr/>
            <p:nvPr userDrawn="1"/>
          </p:nvGrpSpPr>
          <p:grpSpPr>
            <a:xfrm>
              <a:off x="-3786165" y="1"/>
              <a:ext cx="3593091" cy="3570215"/>
              <a:chOff x="-3786165" y="1"/>
              <a:chExt cx="3593091" cy="3570215"/>
            </a:xfrm>
          </p:grpSpPr>
          <p:sp>
            <p:nvSpPr>
              <p:cNvPr id="14" name="Rechthoek 13">
                <a:extLst>
                  <a:ext uri="{FF2B5EF4-FFF2-40B4-BE49-F238E27FC236}">
                    <a16:creationId xmlns:a16="http://schemas.microsoft.com/office/drawing/2014/main" id="{E4417F1F-5DE2-7D71-99C9-28DC4282A4ED}"/>
                  </a:ext>
                </a:extLst>
              </p:cNvPr>
              <p:cNvSpPr/>
              <p:nvPr userDrawn="1"/>
            </p:nvSpPr>
            <p:spPr>
              <a:xfrm>
                <a:off x="-3786165" y="1"/>
                <a:ext cx="3593091" cy="3570215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Grafiek invoegen/opmaken</a:t>
                </a:r>
              </a:p>
            </p:txBody>
          </p:sp>
          <p:sp>
            <p:nvSpPr>
              <p:cNvPr id="15" name="Ovaal 14">
                <a:extLst>
                  <a:ext uri="{FF2B5EF4-FFF2-40B4-BE49-F238E27FC236}">
                    <a16:creationId xmlns:a16="http://schemas.microsoft.com/office/drawing/2014/main" id="{B93FC8E1-4509-BD2C-9700-1AE600C51502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6" name="Rechthoek 15">
                <a:extLst>
                  <a:ext uri="{FF2B5EF4-FFF2-40B4-BE49-F238E27FC236}">
                    <a16:creationId xmlns:a16="http://schemas.microsoft.com/office/drawing/2014/main" id="{3E6CB1CE-0BBD-CF48-CE52-F6A6ED65403B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grafiek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grafiek in te voegen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17" name="Ovaal 16">
                <a:extLst>
                  <a:ext uri="{FF2B5EF4-FFF2-40B4-BE49-F238E27FC236}">
                    <a16:creationId xmlns:a16="http://schemas.microsoft.com/office/drawing/2014/main" id="{098B8E00-DAD7-C126-B5D2-AB1414AC551C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9" name="Rechthoek 18">
                <a:extLst>
                  <a:ext uri="{FF2B5EF4-FFF2-40B4-BE49-F238E27FC236}">
                    <a16:creationId xmlns:a16="http://schemas.microsoft.com/office/drawing/2014/main" id="{FF8038DF-BB33-2BE6-57F8-ABDD513C0DB0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20" name="Groep 19">
                <a:extLst>
                  <a:ext uri="{FF2B5EF4-FFF2-40B4-BE49-F238E27FC236}">
                    <a16:creationId xmlns:a16="http://schemas.microsoft.com/office/drawing/2014/main" id="{4E9C6BE7-3F11-A49D-64F3-A3DC0F76CA58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30" name="Rechthoek 29">
                  <a:extLst>
                    <a:ext uri="{FF2B5EF4-FFF2-40B4-BE49-F238E27FC236}">
                      <a16:creationId xmlns:a16="http://schemas.microsoft.com/office/drawing/2014/main" id="{2249409C-5426-F3DA-93F6-CA1085E20830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31" name="Rechte verbindingslijn 30">
                  <a:extLst>
                    <a:ext uri="{FF2B5EF4-FFF2-40B4-BE49-F238E27FC236}">
                      <a16:creationId xmlns:a16="http://schemas.microsoft.com/office/drawing/2014/main" id="{2E91D94C-30AF-AAEE-215C-A28BD80D8C03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32" name="Gelijkbenige driehoek 31">
                  <a:extLst>
                    <a:ext uri="{FF2B5EF4-FFF2-40B4-BE49-F238E27FC236}">
                      <a16:creationId xmlns:a16="http://schemas.microsoft.com/office/drawing/2014/main" id="{56DFCCED-C155-E70A-2533-776092BEA29B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DAA32F77-AEB3-2196-25B4-91BB599E69CE}"/>
                  </a:ext>
                </a:extLst>
              </p:cNvPr>
              <p:cNvGrpSpPr/>
              <p:nvPr userDrawn="1"/>
            </p:nvGrpSpPr>
            <p:grpSpPr>
              <a:xfrm>
                <a:off x="-3316599" y="1232480"/>
                <a:ext cx="289372" cy="314992"/>
                <a:chOff x="7322769" y="-310267"/>
                <a:chExt cx="289372" cy="314992"/>
              </a:xfrm>
            </p:grpSpPr>
            <p:sp>
              <p:nvSpPr>
                <p:cNvPr id="27" name="Rechthoek 26">
                  <a:extLst>
                    <a:ext uri="{FF2B5EF4-FFF2-40B4-BE49-F238E27FC236}">
                      <a16:creationId xmlns:a16="http://schemas.microsoft.com/office/drawing/2014/main" id="{F1A69AA7-16AE-DBE1-0344-0ADC8825E341}"/>
                    </a:ext>
                  </a:extLst>
                </p:cNvPr>
                <p:cNvSpPr/>
                <p:nvPr userDrawn="1"/>
              </p:nvSpPr>
              <p:spPr>
                <a:xfrm>
                  <a:off x="7322769" y="-211712"/>
                  <a:ext cx="79156" cy="21643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8" name="Rechthoek 27">
                  <a:extLst>
                    <a:ext uri="{FF2B5EF4-FFF2-40B4-BE49-F238E27FC236}">
                      <a16:creationId xmlns:a16="http://schemas.microsoft.com/office/drawing/2014/main" id="{967DCC33-4411-6F30-E702-E8778F20C8F3}"/>
                    </a:ext>
                  </a:extLst>
                </p:cNvPr>
                <p:cNvSpPr/>
                <p:nvPr userDrawn="1"/>
              </p:nvSpPr>
              <p:spPr>
                <a:xfrm>
                  <a:off x="7427035" y="-310267"/>
                  <a:ext cx="79156" cy="314992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9" name="Rechthoek 28">
                  <a:extLst>
                    <a:ext uri="{FF2B5EF4-FFF2-40B4-BE49-F238E27FC236}">
                      <a16:creationId xmlns:a16="http://schemas.microsoft.com/office/drawing/2014/main" id="{8FED652A-CFF7-B80E-BBA1-AE02F74AE77F}"/>
                    </a:ext>
                  </a:extLst>
                </p:cNvPr>
                <p:cNvSpPr/>
                <p:nvPr userDrawn="1"/>
              </p:nvSpPr>
              <p:spPr>
                <a:xfrm>
                  <a:off x="7532985" y="-240134"/>
                  <a:ext cx="79156" cy="244859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2" name="Ovaal 21">
                <a:extLst>
                  <a:ext uri="{FF2B5EF4-FFF2-40B4-BE49-F238E27FC236}">
                    <a16:creationId xmlns:a16="http://schemas.microsoft.com/office/drawing/2014/main" id="{9881470B-DFE8-7564-450A-9CE0FB40A253}"/>
                  </a:ext>
                </a:extLst>
              </p:cNvPr>
              <p:cNvSpPr/>
              <p:nvPr userDrawn="1"/>
            </p:nvSpPr>
            <p:spPr>
              <a:xfrm>
                <a:off x="-3603587" y="2555608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61CB9D8A-723D-3C7A-47E3-51684FDD48D6}"/>
                  </a:ext>
                </a:extLst>
              </p:cNvPr>
              <p:cNvSpPr/>
              <p:nvPr userDrawn="1"/>
            </p:nvSpPr>
            <p:spPr>
              <a:xfrm>
                <a:off x="-3319415" y="2555610"/>
                <a:ext cx="2944682" cy="47686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Verander de opmaak van de grafiek door onderdelen van de grafiek aan te klikken en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‘Opmaak’ 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 gaan. </a:t>
                </a:r>
              </a:p>
            </p:txBody>
          </p:sp>
          <p:grpSp>
            <p:nvGrpSpPr>
              <p:cNvPr id="24" name="Groep 23">
                <a:extLst>
                  <a:ext uri="{FF2B5EF4-FFF2-40B4-BE49-F238E27FC236}">
                    <a16:creationId xmlns:a16="http://schemas.microsoft.com/office/drawing/2014/main" id="{0735C400-63AF-2EE1-6DB4-E0C57955A1C2}"/>
                  </a:ext>
                </a:extLst>
              </p:cNvPr>
              <p:cNvGrpSpPr/>
              <p:nvPr userDrawn="1"/>
            </p:nvGrpSpPr>
            <p:grpSpPr>
              <a:xfrm>
                <a:off x="-3312582" y="3144513"/>
                <a:ext cx="576000" cy="246597"/>
                <a:chOff x="-3312582" y="1060763"/>
                <a:chExt cx="576000" cy="246597"/>
              </a:xfrm>
            </p:grpSpPr>
            <p:sp>
              <p:nvSpPr>
                <p:cNvPr id="25" name="Rechthoek 24">
                  <a:extLst>
                    <a:ext uri="{FF2B5EF4-FFF2-40B4-BE49-F238E27FC236}">
                      <a16:creationId xmlns:a16="http://schemas.microsoft.com/office/drawing/2014/main" id="{11789CB0-5B1F-7382-FB86-12021E0FCA53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nl-NL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Opmaak</a:t>
                  </a:r>
                </a:p>
              </p:txBody>
            </p:sp>
            <p:sp>
              <p:nvSpPr>
                <p:cNvPr id="26" name="Rechthoek 25">
                  <a:extLst>
                    <a:ext uri="{FF2B5EF4-FFF2-40B4-BE49-F238E27FC236}">
                      <a16:creationId xmlns:a16="http://schemas.microsoft.com/office/drawing/2014/main" id="{54214B18-9A5C-EECE-6C15-19CAE5AAEF8E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8" name="Tijdelijke aanduiding voor tabel 16">
            <a:extLst>
              <a:ext uri="{FF2B5EF4-FFF2-40B4-BE49-F238E27FC236}">
                <a16:creationId xmlns:a16="http://schemas.microsoft.com/office/drawing/2014/main" id="{9329A14A-F6DC-C0E4-3CD5-B29A60BC2198}"/>
              </a:ext>
            </a:extLst>
          </p:cNvPr>
          <p:cNvSpPr>
            <a:spLocks noGrp="1"/>
          </p:cNvSpPr>
          <p:nvPr>
            <p:ph type="tbl" sz="quarter" idx="23" hasCustomPrompt="1"/>
          </p:nvPr>
        </p:nvSpPr>
        <p:spPr>
          <a:xfrm>
            <a:off x="1331117" y="1592263"/>
            <a:ext cx="10140883" cy="4264026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219575" algn="l"/>
              </a:tabLst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Klik op onderstaand pictogram 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</p:spTree>
    <p:extLst>
      <p:ext uri="{BB962C8B-B14F-4D97-AF65-F5344CB8AC3E}">
        <p14:creationId xmlns:p14="http://schemas.microsoft.com/office/powerpoint/2010/main" val="103176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5208B7B-E625-5C03-0BA1-FC4EBD67D28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DE8D3BCA-00B9-F5DF-0DA5-13A4BBF6165F}"/>
              </a:ext>
            </a:extLst>
          </p:cNvPr>
          <p:cNvSpPr/>
          <p:nvPr userDrawn="1"/>
        </p:nvSpPr>
        <p:spPr>
          <a:xfrm>
            <a:off x="0" y="-425941"/>
            <a:ext cx="50654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Video</a:t>
            </a:r>
          </a:p>
        </p:txBody>
      </p:sp>
      <p:sp>
        <p:nvSpPr>
          <p:cNvPr id="7" name="Tijdelijke aanduiding voor media 10">
            <a:extLst>
              <a:ext uri="{FF2B5EF4-FFF2-40B4-BE49-F238E27FC236}">
                <a16:creationId xmlns:a16="http://schemas.microsoft.com/office/drawing/2014/main" id="{3590CC09-61FD-B42E-55D8-DDD1FC5037C5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-1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Klik op onderstaand pictogram </a:t>
            </a:r>
            <a:br>
              <a:rPr lang="nl-NL"/>
            </a:br>
            <a:r>
              <a:rPr lang="nl-NL"/>
              <a:t>om een video in te voegen</a:t>
            </a:r>
          </a:p>
        </p:txBody>
      </p:sp>
    </p:spTree>
    <p:extLst>
      <p:ext uri="{BB962C8B-B14F-4D97-AF65-F5344CB8AC3E}">
        <p14:creationId xmlns:p14="http://schemas.microsoft.com/office/powerpoint/2010/main" val="105052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jdlij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4929DA7D-2356-85E6-8D85-6BD7296D2EF4}"/>
              </a:ext>
            </a:extLst>
          </p:cNvPr>
          <p:cNvSpPr/>
          <p:nvPr userDrawn="1"/>
        </p:nvSpPr>
        <p:spPr>
          <a:xfrm>
            <a:off x="719138" y="0"/>
            <a:ext cx="11472862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404E698C-90B8-22D2-0912-3238391D0D17}"/>
              </a:ext>
            </a:extLst>
          </p:cNvPr>
          <p:cNvSpPr/>
          <p:nvPr userDrawn="1"/>
        </p:nvSpPr>
        <p:spPr>
          <a:xfrm>
            <a:off x="725668" y="0"/>
            <a:ext cx="11472862" cy="6858000"/>
          </a:xfrm>
          <a:prstGeom prst="rect">
            <a:avLst/>
          </a:prstGeom>
          <a:gradFill flip="none" rotWithShape="1">
            <a:gsLst>
              <a:gs pos="56000">
                <a:srgbClr val="222D47"/>
              </a:gs>
              <a:gs pos="72000">
                <a:srgbClr val="2C3C51"/>
              </a:gs>
              <a:gs pos="88000">
                <a:srgbClr val="3D5762"/>
              </a:gs>
              <a:gs pos="100000">
                <a:srgbClr val="5B867F"/>
              </a:gs>
              <a:gs pos="3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lvl="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117" y="720000"/>
            <a:ext cx="10140158" cy="369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57868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Tijdlijn</a:t>
            </a:r>
          </a:p>
        </p:txBody>
      </p:sp>
      <p:sp>
        <p:nvSpPr>
          <p:cNvPr id="6" name="Tijdelijke aanduiding voor tekst 6">
            <a:extLst>
              <a:ext uri="{FF2B5EF4-FFF2-40B4-BE49-F238E27FC236}">
                <a16:creationId xmlns:a16="http://schemas.microsoft.com/office/drawing/2014/main" id="{94E7C516-D6FE-07D5-1CFD-8411830E4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7" y="368300"/>
            <a:ext cx="10138235" cy="168113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3B9EB176-9468-ED71-40DF-BD959067A9E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Cerios template-set</a:t>
            </a:r>
          </a:p>
        </p:txBody>
      </p:sp>
      <p:sp>
        <p:nvSpPr>
          <p:cNvPr id="12" name="Tijdelijke aanduiding voor dianummer 11">
            <a:extLst>
              <a:ext uri="{FF2B5EF4-FFF2-40B4-BE49-F238E27FC236}">
                <a16:creationId xmlns:a16="http://schemas.microsoft.com/office/drawing/2014/main" id="{09FE00C0-BB75-56AF-9FAE-6F5D1ECD62B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C6E81D07-4D5C-FA37-7A18-FE327469F8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31117" y="2913285"/>
            <a:ext cx="1096889" cy="1096889"/>
          </a:xfrm>
          <a:custGeom>
            <a:avLst/>
            <a:gdLst>
              <a:gd name="connsiteX0" fmla="*/ 605053 w 1210106"/>
              <a:gd name="connsiteY0" fmla="*/ 0 h 1210106"/>
              <a:gd name="connsiteX1" fmla="*/ 1210106 w 1210106"/>
              <a:gd name="connsiteY1" fmla="*/ 605053 h 1210106"/>
              <a:gd name="connsiteX2" fmla="*/ 605053 w 1210106"/>
              <a:gd name="connsiteY2" fmla="*/ 1210106 h 1210106"/>
              <a:gd name="connsiteX3" fmla="*/ 0 w 1210106"/>
              <a:gd name="connsiteY3" fmla="*/ 605053 h 1210106"/>
              <a:gd name="connsiteX4" fmla="*/ 605053 w 1210106"/>
              <a:gd name="connsiteY4" fmla="*/ 0 h 1210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0106" h="1210106">
                <a:moveTo>
                  <a:pt x="605053" y="0"/>
                </a:moveTo>
                <a:cubicBezTo>
                  <a:pt x="939215" y="0"/>
                  <a:pt x="1210106" y="270891"/>
                  <a:pt x="1210106" y="605053"/>
                </a:cubicBezTo>
                <a:cubicBezTo>
                  <a:pt x="1210106" y="939215"/>
                  <a:pt x="939215" y="1210106"/>
                  <a:pt x="605053" y="1210106"/>
                </a:cubicBezTo>
                <a:cubicBezTo>
                  <a:pt x="270891" y="1210106"/>
                  <a:pt x="0" y="939215"/>
                  <a:pt x="0" y="605053"/>
                </a:cubicBezTo>
                <a:cubicBezTo>
                  <a:pt x="0" y="270891"/>
                  <a:pt x="270891" y="0"/>
                  <a:pt x="605053" y="0"/>
                </a:cubicBezTo>
                <a:close/>
              </a:path>
            </a:pathLst>
          </a:custGeom>
          <a:gradFill flip="none" rotWithShape="1">
            <a:gsLst>
              <a:gs pos="13000">
                <a:srgbClr val="2C3C51"/>
              </a:gs>
              <a:gs pos="54000">
                <a:srgbClr val="3D5762"/>
              </a:gs>
              <a:gs pos="87000">
                <a:srgbClr val="5B867F"/>
              </a:gs>
              <a:gs pos="0">
                <a:schemeClr val="accent1"/>
              </a:gs>
              <a:gs pos="100000">
                <a:srgbClr val="84C5A7"/>
              </a:gs>
            </a:gsLst>
            <a:lin ang="2700000" scaled="1"/>
            <a:tileRect/>
          </a:gradFill>
        </p:spPr>
        <p:txBody>
          <a:bodyPr wrap="square" anchor="ctr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XXXX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B7DE6137-5DAF-D079-0B2E-42282F98E9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23013" y="3423792"/>
            <a:ext cx="1096889" cy="1096889"/>
          </a:xfrm>
          <a:custGeom>
            <a:avLst/>
            <a:gdLst>
              <a:gd name="connsiteX0" fmla="*/ 605053 w 1210106"/>
              <a:gd name="connsiteY0" fmla="*/ 0 h 1210106"/>
              <a:gd name="connsiteX1" fmla="*/ 1210106 w 1210106"/>
              <a:gd name="connsiteY1" fmla="*/ 605053 h 1210106"/>
              <a:gd name="connsiteX2" fmla="*/ 605053 w 1210106"/>
              <a:gd name="connsiteY2" fmla="*/ 1210106 h 1210106"/>
              <a:gd name="connsiteX3" fmla="*/ 0 w 1210106"/>
              <a:gd name="connsiteY3" fmla="*/ 605053 h 1210106"/>
              <a:gd name="connsiteX4" fmla="*/ 605053 w 1210106"/>
              <a:gd name="connsiteY4" fmla="*/ 0 h 1210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0106" h="1210106">
                <a:moveTo>
                  <a:pt x="605053" y="0"/>
                </a:moveTo>
                <a:cubicBezTo>
                  <a:pt x="939215" y="0"/>
                  <a:pt x="1210106" y="270891"/>
                  <a:pt x="1210106" y="605053"/>
                </a:cubicBezTo>
                <a:cubicBezTo>
                  <a:pt x="1210106" y="939215"/>
                  <a:pt x="939215" y="1210106"/>
                  <a:pt x="605053" y="1210106"/>
                </a:cubicBezTo>
                <a:cubicBezTo>
                  <a:pt x="270891" y="1210106"/>
                  <a:pt x="0" y="939215"/>
                  <a:pt x="0" y="605053"/>
                </a:cubicBezTo>
                <a:cubicBezTo>
                  <a:pt x="0" y="270891"/>
                  <a:pt x="270891" y="0"/>
                  <a:pt x="605053" y="0"/>
                </a:cubicBezTo>
                <a:close/>
              </a:path>
            </a:pathLst>
          </a:custGeom>
          <a:gradFill flip="none" rotWithShape="1">
            <a:gsLst>
              <a:gs pos="13000">
                <a:srgbClr val="2C3C51"/>
              </a:gs>
              <a:gs pos="54000">
                <a:srgbClr val="3D5762"/>
              </a:gs>
              <a:gs pos="87000">
                <a:srgbClr val="5B867F"/>
              </a:gs>
              <a:gs pos="0">
                <a:schemeClr val="accent1"/>
              </a:gs>
              <a:gs pos="100000">
                <a:srgbClr val="84C5A7"/>
              </a:gs>
            </a:gsLst>
            <a:lin ang="2700000" scaled="1"/>
            <a:tileRect/>
          </a:gradFill>
        </p:spPr>
        <p:txBody>
          <a:bodyPr wrap="square" anchor="ctr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XXXX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485D0848-10B2-7697-B707-4BE1D28BA9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14909" y="2913285"/>
            <a:ext cx="1096889" cy="1096889"/>
          </a:xfrm>
          <a:custGeom>
            <a:avLst/>
            <a:gdLst>
              <a:gd name="connsiteX0" fmla="*/ 605053 w 1210106"/>
              <a:gd name="connsiteY0" fmla="*/ 0 h 1210106"/>
              <a:gd name="connsiteX1" fmla="*/ 1210106 w 1210106"/>
              <a:gd name="connsiteY1" fmla="*/ 605053 h 1210106"/>
              <a:gd name="connsiteX2" fmla="*/ 605053 w 1210106"/>
              <a:gd name="connsiteY2" fmla="*/ 1210106 h 1210106"/>
              <a:gd name="connsiteX3" fmla="*/ 0 w 1210106"/>
              <a:gd name="connsiteY3" fmla="*/ 605053 h 1210106"/>
              <a:gd name="connsiteX4" fmla="*/ 605053 w 1210106"/>
              <a:gd name="connsiteY4" fmla="*/ 0 h 1210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0106" h="1210106">
                <a:moveTo>
                  <a:pt x="605053" y="0"/>
                </a:moveTo>
                <a:cubicBezTo>
                  <a:pt x="939215" y="0"/>
                  <a:pt x="1210106" y="270891"/>
                  <a:pt x="1210106" y="605053"/>
                </a:cubicBezTo>
                <a:cubicBezTo>
                  <a:pt x="1210106" y="939215"/>
                  <a:pt x="939215" y="1210106"/>
                  <a:pt x="605053" y="1210106"/>
                </a:cubicBezTo>
                <a:cubicBezTo>
                  <a:pt x="270891" y="1210106"/>
                  <a:pt x="0" y="939215"/>
                  <a:pt x="0" y="605053"/>
                </a:cubicBezTo>
                <a:cubicBezTo>
                  <a:pt x="0" y="270891"/>
                  <a:pt x="270891" y="0"/>
                  <a:pt x="605053" y="0"/>
                </a:cubicBezTo>
                <a:close/>
              </a:path>
            </a:pathLst>
          </a:custGeom>
          <a:gradFill flip="none" rotWithShape="1">
            <a:gsLst>
              <a:gs pos="13000">
                <a:srgbClr val="2C3C51"/>
              </a:gs>
              <a:gs pos="54000">
                <a:srgbClr val="3D5762"/>
              </a:gs>
              <a:gs pos="87000">
                <a:srgbClr val="5B867F"/>
              </a:gs>
              <a:gs pos="0">
                <a:schemeClr val="accent1"/>
              </a:gs>
              <a:gs pos="100000">
                <a:srgbClr val="84C5A7"/>
              </a:gs>
            </a:gsLst>
            <a:lin ang="2700000" scaled="1"/>
            <a:tileRect/>
          </a:gradFill>
        </p:spPr>
        <p:txBody>
          <a:bodyPr wrap="square" anchor="ctr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XXXX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8143F238-EB7D-6ACF-BCA3-C1FFA10B78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06805" y="3423791"/>
            <a:ext cx="1096889" cy="1096889"/>
          </a:xfrm>
          <a:custGeom>
            <a:avLst/>
            <a:gdLst>
              <a:gd name="connsiteX0" fmla="*/ 605053 w 1210106"/>
              <a:gd name="connsiteY0" fmla="*/ 0 h 1210106"/>
              <a:gd name="connsiteX1" fmla="*/ 1210106 w 1210106"/>
              <a:gd name="connsiteY1" fmla="*/ 605053 h 1210106"/>
              <a:gd name="connsiteX2" fmla="*/ 605053 w 1210106"/>
              <a:gd name="connsiteY2" fmla="*/ 1210106 h 1210106"/>
              <a:gd name="connsiteX3" fmla="*/ 0 w 1210106"/>
              <a:gd name="connsiteY3" fmla="*/ 605053 h 1210106"/>
              <a:gd name="connsiteX4" fmla="*/ 605053 w 1210106"/>
              <a:gd name="connsiteY4" fmla="*/ 0 h 1210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0106" h="1210106">
                <a:moveTo>
                  <a:pt x="605053" y="0"/>
                </a:moveTo>
                <a:cubicBezTo>
                  <a:pt x="939215" y="0"/>
                  <a:pt x="1210106" y="270891"/>
                  <a:pt x="1210106" y="605053"/>
                </a:cubicBezTo>
                <a:cubicBezTo>
                  <a:pt x="1210106" y="939215"/>
                  <a:pt x="939215" y="1210106"/>
                  <a:pt x="605053" y="1210106"/>
                </a:cubicBezTo>
                <a:cubicBezTo>
                  <a:pt x="270891" y="1210106"/>
                  <a:pt x="0" y="939215"/>
                  <a:pt x="0" y="605053"/>
                </a:cubicBezTo>
                <a:cubicBezTo>
                  <a:pt x="0" y="270891"/>
                  <a:pt x="270891" y="0"/>
                  <a:pt x="605053" y="0"/>
                </a:cubicBezTo>
                <a:close/>
              </a:path>
            </a:pathLst>
          </a:custGeom>
          <a:gradFill flip="none" rotWithShape="1">
            <a:gsLst>
              <a:gs pos="13000">
                <a:srgbClr val="2C3C51"/>
              </a:gs>
              <a:gs pos="54000">
                <a:srgbClr val="3D5762"/>
              </a:gs>
              <a:gs pos="87000">
                <a:srgbClr val="5B867F"/>
              </a:gs>
              <a:gs pos="0">
                <a:schemeClr val="accent1"/>
              </a:gs>
              <a:gs pos="100000">
                <a:srgbClr val="84C5A7"/>
              </a:gs>
            </a:gsLst>
            <a:lin ang="2700000" scaled="1"/>
            <a:tileRect/>
          </a:gradFill>
        </p:spPr>
        <p:txBody>
          <a:bodyPr wrap="square" anchor="ctr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XXXX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933CB5E5-54D3-710C-7140-0EF2A7670B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98701" y="2913285"/>
            <a:ext cx="1096889" cy="1096889"/>
          </a:xfrm>
          <a:custGeom>
            <a:avLst/>
            <a:gdLst>
              <a:gd name="connsiteX0" fmla="*/ 605053 w 1210106"/>
              <a:gd name="connsiteY0" fmla="*/ 0 h 1210106"/>
              <a:gd name="connsiteX1" fmla="*/ 1210106 w 1210106"/>
              <a:gd name="connsiteY1" fmla="*/ 605053 h 1210106"/>
              <a:gd name="connsiteX2" fmla="*/ 605053 w 1210106"/>
              <a:gd name="connsiteY2" fmla="*/ 1210106 h 1210106"/>
              <a:gd name="connsiteX3" fmla="*/ 0 w 1210106"/>
              <a:gd name="connsiteY3" fmla="*/ 605053 h 1210106"/>
              <a:gd name="connsiteX4" fmla="*/ 605053 w 1210106"/>
              <a:gd name="connsiteY4" fmla="*/ 0 h 1210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0106" h="1210106">
                <a:moveTo>
                  <a:pt x="605053" y="0"/>
                </a:moveTo>
                <a:cubicBezTo>
                  <a:pt x="939215" y="0"/>
                  <a:pt x="1210106" y="270891"/>
                  <a:pt x="1210106" y="605053"/>
                </a:cubicBezTo>
                <a:cubicBezTo>
                  <a:pt x="1210106" y="939215"/>
                  <a:pt x="939215" y="1210106"/>
                  <a:pt x="605053" y="1210106"/>
                </a:cubicBezTo>
                <a:cubicBezTo>
                  <a:pt x="270891" y="1210106"/>
                  <a:pt x="0" y="939215"/>
                  <a:pt x="0" y="605053"/>
                </a:cubicBezTo>
                <a:cubicBezTo>
                  <a:pt x="0" y="270891"/>
                  <a:pt x="270891" y="0"/>
                  <a:pt x="605053" y="0"/>
                </a:cubicBezTo>
                <a:close/>
              </a:path>
            </a:pathLst>
          </a:custGeom>
          <a:gradFill flip="none" rotWithShape="1">
            <a:gsLst>
              <a:gs pos="13000">
                <a:srgbClr val="2C3C51"/>
              </a:gs>
              <a:gs pos="54000">
                <a:srgbClr val="3D5762"/>
              </a:gs>
              <a:gs pos="87000">
                <a:srgbClr val="5B867F"/>
              </a:gs>
              <a:gs pos="0">
                <a:schemeClr val="accent1"/>
              </a:gs>
              <a:gs pos="100000">
                <a:srgbClr val="84C5A7"/>
              </a:gs>
            </a:gsLst>
            <a:lin ang="2700000" scaled="1"/>
            <a:tileRect/>
          </a:gradFill>
        </p:spPr>
        <p:txBody>
          <a:bodyPr wrap="square" anchor="ctr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XXXX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48CFFCFB-0F76-360F-AD9F-9471A55C80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90597" y="3423790"/>
            <a:ext cx="1096889" cy="1096889"/>
          </a:xfrm>
          <a:custGeom>
            <a:avLst/>
            <a:gdLst>
              <a:gd name="connsiteX0" fmla="*/ 605053 w 1210106"/>
              <a:gd name="connsiteY0" fmla="*/ 0 h 1210106"/>
              <a:gd name="connsiteX1" fmla="*/ 1210106 w 1210106"/>
              <a:gd name="connsiteY1" fmla="*/ 605053 h 1210106"/>
              <a:gd name="connsiteX2" fmla="*/ 605053 w 1210106"/>
              <a:gd name="connsiteY2" fmla="*/ 1210106 h 1210106"/>
              <a:gd name="connsiteX3" fmla="*/ 0 w 1210106"/>
              <a:gd name="connsiteY3" fmla="*/ 605053 h 1210106"/>
              <a:gd name="connsiteX4" fmla="*/ 605053 w 1210106"/>
              <a:gd name="connsiteY4" fmla="*/ 0 h 1210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0106" h="1210106">
                <a:moveTo>
                  <a:pt x="605053" y="0"/>
                </a:moveTo>
                <a:cubicBezTo>
                  <a:pt x="939215" y="0"/>
                  <a:pt x="1210106" y="270891"/>
                  <a:pt x="1210106" y="605053"/>
                </a:cubicBezTo>
                <a:cubicBezTo>
                  <a:pt x="1210106" y="939215"/>
                  <a:pt x="939215" y="1210106"/>
                  <a:pt x="605053" y="1210106"/>
                </a:cubicBezTo>
                <a:cubicBezTo>
                  <a:pt x="270891" y="1210106"/>
                  <a:pt x="0" y="939215"/>
                  <a:pt x="0" y="605053"/>
                </a:cubicBezTo>
                <a:cubicBezTo>
                  <a:pt x="0" y="270891"/>
                  <a:pt x="270891" y="0"/>
                  <a:pt x="605053" y="0"/>
                </a:cubicBezTo>
                <a:close/>
              </a:path>
            </a:pathLst>
          </a:custGeom>
          <a:gradFill flip="none" rotWithShape="1">
            <a:gsLst>
              <a:gs pos="13000">
                <a:srgbClr val="2C3C51"/>
              </a:gs>
              <a:gs pos="54000">
                <a:srgbClr val="3D5762"/>
              </a:gs>
              <a:gs pos="87000">
                <a:srgbClr val="5B867F"/>
              </a:gs>
              <a:gs pos="0">
                <a:schemeClr val="accent1"/>
              </a:gs>
              <a:gs pos="100000">
                <a:srgbClr val="84C5A7"/>
              </a:gs>
            </a:gsLst>
            <a:lin ang="2700000" scaled="1"/>
            <a:tileRect/>
          </a:gradFill>
        </p:spPr>
        <p:txBody>
          <a:bodyPr wrap="square" anchor="ctr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XXXX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92F114F6-6684-3D30-E9D2-C868937877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82493" y="2913285"/>
            <a:ext cx="1096889" cy="1096889"/>
          </a:xfrm>
          <a:custGeom>
            <a:avLst/>
            <a:gdLst>
              <a:gd name="connsiteX0" fmla="*/ 605053 w 1210106"/>
              <a:gd name="connsiteY0" fmla="*/ 0 h 1210106"/>
              <a:gd name="connsiteX1" fmla="*/ 1210106 w 1210106"/>
              <a:gd name="connsiteY1" fmla="*/ 605053 h 1210106"/>
              <a:gd name="connsiteX2" fmla="*/ 605053 w 1210106"/>
              <a:gd name="connsiteY2" fmla="*/ 1210106 h 1210106"/>
              <a:gd name="connsiteX3" fmla="*/ 0 w 1210106"/>
              <a:gd name="connsiteY3" fmla="*/ 605053 h 1210106"/>
              <a:gd name="connsiteX4" fmla="*/ 605053 w 1210106"/>
              <a:gd name="connsiteY4" fmla="*/ 0 h 1210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0106" h="1210106">
                <a:moveTo>
                  <a:pt x="605053" y="0"/>
                </a:moveTo>
                <a:cubicBezTo>
                  <a:pt x="939215" y="0"/>
                  <a:pt x="1210106" y="270891"/>
                  <a:pt x="1210106" y="605053"/>
                </a:cubicBezTo>
                <a:cubicBezTo>
                  <a:pt x="1210106" y="939215"/>
                  <a:pt x="939215" y="1210106"/>
                  <a:pt x="605053" y="1210106"/>
                </a:cubicBezTo>
                <a:cubicBezTo>
                  <a:pt x="270891" y="1210106"/>
                  <a:pt x="0" y="939215"/>
                  <a:pt x="0" y="605053"/>
                </a:cubicBezTo>
                <a:cubicBezTo>
                  <a:pt x="0" y="270891"/>
                  <a:pt x="270891" y="0"/>
                  <a:pt x="605053" y="0"/>
                </a:cubicBezTo>
                <a:close/>
              </a:path>
            </a:pathLst>
          </a:custGeom>
          <a:gradFill flip="none" rotWithShape="1">
            <a:gsLst>
              <a:gs pos="13000">
                <a:srgbClr val="2C3C51"/>
              </a:gs>
              <a:gs pos="54000">
                <a:srgbClr val="3D5762"/>
              </a:gs>
              <a:gs pos="87000">
                <a:srgbClr val="5B867F"/>
              </a:gs>
              <a:gs pos="0">
                <a:schemeClr val="accent1"/>
              </a:gs>
              <a:gs pos="100000">
                <a:srgbClr val="84C5A7"/>
              </a:gs>
            </a:gsLst>
            <a:lin ang="2700000" scaled="1"/>
            <a:tileRect/>
          </a:gradFill>
        </p:spPr>
        <p:txBody>
          <a:bodyPr wrap="square" anchor="ctr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XXXX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D3FF7A61-2FE0-1FBB-06F1-FC80BCB6080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74386" y="3423789"/>
            <a:ext cx="1096889" cy="1096889"/>
          </a:xfrm>
          <a:custGeom>
            <a:avLst/>
            <a:gdLst>
              <a:gd name="connsiteX0" fmla="*/ 605053 w 1210106"/>
              <a:gd name="connsiteY0" fmla="*/ 0 h 1210106"/>
              <a:gd name="connsiteX1" fmla="*/ 1210106 w 1210106"/>
              <a:gd name="connsiteY1" fmla="*/ 605053 h 1210106"/>
              <a:gd name="connsiteX2" fmla="*/ 605053 w 1210106"/>
              <a:gd name="connsiteY2" fmla="*/ 1210106 h 1210106"/>
              <a:gd name="connsiteX3" fmla="*/ 0 w 1210106"/>
              <a:gd name="connsiteY3" fmla="*/ 605053 h 1210106"/>
              <a:gd name="connsiteX4" fmla="*/ 605053 w 1210106"/>
              <a:gd name="connsiteY4" fmla="*/ 0 h 1210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0106" h="1210106">
                <a:moveTo>
                  <a:pt x="605053" y="0"/>
                </a:moveTo>
                <a:cubicBezTo>
                  <a:pt x="939215" y="0"/>
                  <a:pt x="1210106" y="270891"/>
                  <a:pt x="1210106" y="605053"/>
                </a:cubicBezTo>
                <a:cubicBezTo>
                  <a:pt x="1210106" y="939215"/>
                  <a:pt x="939215" y="1210106"/>
                  <a:pt x="605053" y="1210106"/>
                </a:cubicBezTo>
                <a:cubicBezTo>
                  <a:pt x="270891" y="1210106"/>
                  <a:pt x="0" y="939215"/>
                  <a:pt x="0" y="605053"/>
                </a:cubicBezTo>
                <a:cubicBezTo>
                  <a:pt x="0" y="270891"/>
                  <a:pt x="270891" y="0"/>
                  <a:pt x="605053" y="0"/>
                </a:cubicBezTo>
                <a:close/>
              </a:path>
            </a:pathLst>
          </a:custGeom>
          <a:gradFill flip="none" rotWithShape="1">
            <a:gsLst>
              <a:gs pos="13000">
                <a:srgbClr val="2C3C51"/>
              </a:gs>
              <a:gs pos="54000">
                <a:srgbClr val="3D5762"/>
              </a:gs>
              <a:gs pos="87000">
                <a:srgbClr val="5B867F"/>
              </a:gs>
              <a:gs pos="0">
                <a:schemeClr val="accent1"/>
              </a:gs>
              <a:gs pos="100000">
                <a:srgbClr val="84C5A7"/>
              </a:gs>
            </a:gsLst>
            <a:lin ang="2700000" scaled="1"/>
            <a:tileRect/>
          </a:gradFill>
        </p:spPr>
        <p:txBody>
          <a:bodyPr wrap="square" anchor="ctr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XXXX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3C654ACE-9F36-FBF0-0C64-CF643F90D7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2045" y="4281056"/>
            <a:ext cx="1278256" cy="1575232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buFontTx/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nl-NL"/>
              <a:t>Tekst</a:t>
            </a:r>
          </a:p>
          <a:p>
            <a:pPr lvl="1"/>
            <a:r>
              <a:rPr lang="nl-NL"/>
              <a:t>Tekst</a:t>
            </a:r>
          </a:p>
        </p:txBody>
      </p:sp>
      <p:sp>
        <p:nvSpPr>
          <p:cNvPr id="23" name="Tijdelijke aanduiding voor tekst 21">
            <a:extLst>
              <a:ext uri="{FF2B5EF4-FFF2-40B4-BE49-F238E27FC236}">
                <a16:creationId xmlns:a16="http://schemas.microsoft.com/office/drawing/2014/main" id="{7F426F8D-5994-9D43-B36C-798F985A757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845877" y="4281056"/>
            <a:ext cx="1278256" cy="1575232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buFontTx/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nl-NL"/>
              <a:t>Tekst</a:t>
            </a:r>
          </a:p>
          <a:p>
            <a:pPr lvl="1"/>
            <a:r>
              <a:rPr lang="nl-NL"/>
              <a:t>Tekst</a:t>
            </a:r>
          </a:p>
        </p:txBody>
      </p:sp>
      <p:sp>
        <p:nvSpPr>
          <p:cNvPr id="24" name="Tijdelijke aanduiding voor tekst 21">
            <a:extLst>
              <a:ext uri="{FF2B5EF4-FFF2-40B4-BE49-F238E27FC236}">
                <a16:creationId xmlns:a16="http://schemas.microsoft.com/office/drawing/2014/main" id="{4DF57A8F-0A0C-C412-299C-3997426F5D5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532329" y="1596159"/>
            <a:ext cx="1278256" cy="1575232"/>
          </a:xfrm>
        </p:spPr>
        <p:txBody>
          <a:bodyPr anchor="b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buFontTx/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nl-NL"/>
              <a:t>Tekst</a:t>
            </a:r>
          </a:p>
          <a:p>
            <a:pPr lvl="1"/>
            <a:r>
              <a:rPr lang="nl-NL"/>
              <a:t>Tekst</a:t>
            </a:r>
          </a:p>
        </p:txBody>
      </p:sp>
      <p:sp>
        <p:nvSpPr>
          <p:cNvPr id="25" name="Tijdelijke aanduiding voor tekst 21">
            <a:extLst>
              <a:ext uri="{FF2B5EF4-FFF2-40B4-BE49-F238E27FC236}">
                <a16:creationId xmlns:a16="http://schemas.microsoft.com/office/drawing/2014/main" id="{705658DD-AB1B-CDEB-217C-E2E00A0669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16121" y="1596159"/>
            <a:ext cx="1278256" cy="1575232"/>
          </a:xfrm>
        </p:spPr>
        <p:txBody>
          <a:bodyPr anchor="b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buFontTx/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nl-NL"/>
              <a:t>Tekst</a:t>
            </a:r>
          </a:p>
          <a:p>
            <a:pPr lvl="1"/>
            <a:r>
              <a:rPr lang="nl-NL"/>
              <a:t>Tekst</a:t>
            </a:r>
          </a:p>
        </p:txBody>
      </p:sp>
      <p:sp>
        <p:nvSpPr>
          <p:cNvPr id="26" name="Tijdelijke aanduiding voor tekst 21">
            <a:extLst>
              <a:ext uri="{FF2B5EF4-FFF2-40B4-BE49-F238E27FC236}">
                <a16:creationId xmlns:a16="http://schemas.microsoft.com/office/drawing/2014/main" id="{47F1CF81-4F1B-671E-738C-D42EBEA508A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99913" y="1596159"/>
            <a:ext cx="1278256" cy="1575232"/>
          </a:xfrm>
        </p:spPr>
        <p:txBody>
          <a:bodyPr anchor="b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buFontTx/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nl-NL"/>
              <a:t>Tekst</a:t>
            </a:r>
          </a:p>
          <a:p>
            <a:pPr lvl="1"/>
            <a:r>
              <a:rPr lang="nl-NL"/>
              <a:t>Tekst</a:t>
            </a:r>
          </a:p>
        </p:txBody>
      </p:sp>
      <p:sp>
        <p:nvSpPr>
          <p:cNvPr id="27" name="Tijdelijke aanduiding voor tekst 21">
            <a:extLst>
              <a:ext uri="{FF2B5EF4-FFF2-40B4-BE49-F238E27FC236}">
                <a16:creationId xmlns:a16="http://schemas.microsoft.com/office/drawing/2014/main" id="{7BCF62A9-1FBE-5E2C-0C0B-2D057F203D5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77881" y="1592263"/>
            <a:ext cx="1278256" cy="1575232"/>
          </a:xfrm>
        </p:spPr>
        <p:txBody>
          <a:bodyPr anchor="b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buFontTx/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nl-NL"/>
              <a:t>Tekst</a:t>
            </a:r>
          </a:p>
          <a:p>
            <a:pPr lvl="1"/>
            <a:r>
              <a:rPr lang="nl-NL"/>
              <a:t>Tekst</a:t>
            </a:r>
          </a:p>
        </p:txBody>
      </p:sp>
      <p:sp>
        <p:nvSpPr>
          <p:cNvPr id="28" name="Tijdelijke aanduiding voor tekst 21">
            <a:extLst>
              <a:ext uri="{FF2B5EF4-FFF2-40B4-BE49-F238E27FC236}">
                <a16:creationId xmlns:a16="http://schemas.microsoft.com/office/drawing/2014/main" id="{D2B1D7BC-1A3A-0494-D0B5-BC73361C050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86366" y="4281056"/>
            <a:ext cx="1278256" cy="1575232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buFontTx/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nl-NL"/>
              <a:t>Tekst</a:t>
            </a:r>
          </a:p>
          <a:p>
            <a:pPr lvl="1"/>
            <a:r>
              <a:rPr lang="nl-NL"/>
              <a:t>Tekst</a:t>
            </a:r>
          </a:p>
        </p:txBody>
      </p:sp>
      <p:sp>
        <p:nvSpPr>
          <p:cNvPr id="29" name="Tijdelijke aanduiding voor tekst 21">
            <a:extLst>
              <a:ext uri="{FF2B5EF4-FFF2-40B4-BE49-F238E27FC236}">
                <a16:creationId xmlns:a16="http://schemas.microsoft.com/office/drawing/2014/main" id="{C02DDF51-2799-291E-751F-318C0E1C130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89215" y="4281056"/>
            <a:ext cx="1278256" cy="1575232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buFontTx/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nl-NL"/>
              <a:t>Tekst</a:t>
            </a:r>
          </a:p>
          <a:p>
            <a:pPr lvl="1"/>
            <a:r>
              <a:rPr lang="nl-NL"/>
              <a:t>Tekst</a:t>
            </a:r>
          </a:p>
        </p:txBody>
      </p:sp>
    </p:spTree>
    <p:extLst>
      <p:ext uri="{BB962C8B-B14F-4D97-AF65-F5344CB8AC3E}">
        <p14:creationId xmlns:p14="http://schemas.microsoft.com/office/powerpoint/2010/main" val="1156873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5 CeriosⓇ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4929DA7D-2356-85E6-8D85-6BD7296D2EF4}"/>
              </a:ext>
            </a:extLst>
          </p:cNvPr>
          <p:cNvSpPr/>
          <p:nvPr userDrawn="1"/>
        </p:nvSpPr>
        <p:spPr>
          <a:xfrm>
            <a:off x="719138" y="1"/>
            <a:ext cx="11472862" cy="6857999"/>
          </a:xfrm>
          <a:prstGeom prst="rect">
            <a:avLst/>
          </a:prstGeom>
          <a:gradFill>
            <a:gsLst>
              <a:gs pos="43000">
                <a:srgbClr val="222D47"/>
              </a:gs>
              <a:gs pos="57000">
                <a:srgbClr val="2C3C51"/>
              </a:gs>
              <a:gs pos="72000">
                <a:srgbClr val="3D5762"/>
              </a:gs>
              <a:gs pos="87000">
                <a:srgbClr val="5B867F"/>
              </a:gs>
              <a:gs pos="33000">
                <a:schemeClr val="accent1"/>
              </a:gs>
              <a:gs pos="100000">
                <a:srgbClr val="84C5A7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pic>
        <p:nvPicPr>
          <p:cNvPr id="329" name="Graphic 328">
            <a:extLst>
              <a:ext uri="{FF2B5EF4-FFF2-40B4-BE49-F238E27FC236}">
                <a16:creationId xmlns:a16="http://schemas.microsoft.com/office/drawing/2014/main" id="{48529316-778F-5296-F195-A5AD01756D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5625" y="339562"/>
            <a:ext cx="6859019" cy="6176616"/>
          </a:xfrm>
          <a:prstGeom prst="rect">
            <a:avLst/>
          </a:prstGeom>
        </p:spPr>
      </p:pic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116" y="720000"/>
            <a:ext cx="2093019" cy="8722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936731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Alleen titel</a:t>
            </a:r>
          </a:p>
        </p:txBody>
      </p:sp>
      <p:sp>
        <p:nvSpPr>
          <p:cNvPr id="6" name="Tijdelijke aanduiding voor tekst 6">
            <a:extLst>
              <a:ext uri="{FF2B5EF4-FFF2-40B4-BE49-F238E27FC236}">
                <a16:creationId xmlns:a16="http://schemas.microsoft.com/office/drawing/2014/main" id="{94E7C516-D6FE-07D5-1CFD-8411830E4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8" y="368300"/>
            <a:ext cx="2093017" cy="168113"/>
          </a:xfrm>
        </p:spPr>
        <p:txBody>
          <a:bodyPr/>
          <a:lstStyle>
            <a:lvl1pPr marL="0" indent="0">
              <a:buNone/>
              <a:tabLst>
                <a:tab pos="1609725" algn="l"/>
              </a:tabLst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3B9EB176-9468-ED71-40DF-BD959067A9E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Cerios template-set</a:t>
            </a:r>
          </a:p>
        </p:txBody>
      </p:sp>
      <p:sp>
        <p:nvSpPr>
          <p:cNvPr id="12" name="Tijdelijke aanduiding voor dianummer 11">
            <a:extLst>
              <a:ext uri="{FF2B5EF4-FFF2-40B4-BE49-F238E27FC236}">
                <a16:creationId xmlns:a16="http://schemas.microsoft.com/office/drawing/2014/main" id="{09FE00C0-BB75-56AF-9FAE-6F5D1ECD62B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E7E8126-E834-F626-F686-C7D5645D521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278577" y="2010444"/>
            <a:ext cx="804795" cy="281054"/>
          </a:xfrm>
          <a:noFill/>
        </p:spPr>
        <p:txBody>
          <a:bodyPr lIns="180000" tIns="0" rIns="180000" bIns="18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Logo</a:t>
            </a:r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AF135892-53C9-28A1-753B-D90A0176EEE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028898" y="2885714"/>
            <a:ext cx="804795" cy="281054"/>
          </a:xfrm>
          <a:noFill/>
        </p:spPr>
        <p:txBody>
          <a:bodyPr lIns="180000" tIns="0" rIns="180000" bIns="18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Logo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DF514A73-C54D-C039-C4AE-815B1331149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745710" y="5241096"/>
            <a:ext cx="804795" cy="281054"/>
          </a:xfrm>
          <a:noFill/>
        </p:spPr>
        <p:txBody>
          <a:bodyPr lIns="180000" tIns="0" rIns="180000" bIns="18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Logo</a:t>
            </a:r>
          </a:p>
        </p:txBody>
      </p:sp>
      <p:sp>
        <p:nvSpPr>
          <p:cNvPr id="14" name="Tijdelijke aanduiding voor afbeelding 16">
            <a:extLst>
              <a:ext uri="{FF2B5EF4-FFF2-40B4-BE49-F238E27FC236}">
                <a16:creationId xmlns:a16="http://schemas.microsoft.com/office/drawing/2014/main" id="{F9736C39-5435-7D50-8100-1D93FC7EC57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779154" y="5728007"/>
            <a:ext cx="804795" cy="281054"/>
          </a:xfrm>
          <a:noFill/>
        </p:spPr>
        <p:txBody>
          <a:bodyPr lIns="180000" tIns="0" rIns="180000" bIns="18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Logo</a:t>
            </a:r>
          </a:p>
        </p:txBody>
      </p:sp>
      <p:sp>
        <p:nvSpPr>
          <p:cNvPr id="15" name="Tijdelijke aanduiding voor afbeelding 16">
            <a:extLst>
              <a:ext uri="{FF2B5EF4-FFF2-40B4-BE49-F238E27FC236}">
                <a16:creationId xmlns:a16="http://schemas.microsoft.com/office/drawing/2014/main" id="{B9FBFD8B-990D-07D9-8D99-F9D0578BDB4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912994" y="5919337"/>
            <a:ext cx="984283" cy="281054"/>
          </a:xfrm>
          <a:noFill/>
        </p:spPr>
        <p:txBody>
          <a:bodyPr lIns="180000" tIns="0" rIns="180000" bIns="18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Logo</a:t>
            </a:r>
          </a:p>
        </p:txBody>
      </p:sp>
      <p:sp>
        <p:nvSpPr>
          <p:cNvPr id="16" name="Tijdelijke aanduiding voor afbeelding 16">
            <a:extLst>
              <a:ext uri="{FF2B5EF4-FFF2-40B4-BE49-F238E27FC236}">
                <a16:creationId xmlns:a16="http://schemas.microsoft.com/office/drawing/2014/main" id="{E5EFB909-8128-51DF-42F3-C6F5A39BE35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7223180" y="5728007"/>
            <a:ext cx="804795" cy="281054"/>
          </a:xfrm>
          <a:noFill/>
        </p:spPr>
        <p:txBody>
          <a:bodyPr lIns="180000" tIns="0" rIns="180000" bIns="18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Logo</a:t>
            </a:r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3BCEA220-EE83-2354-D76A-C4C366FCB2AB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258557" y="5241096"/>
            <a:ext cx="804795" cy="281054"/>
          </a:xfrm>
          <a:noFill/>
        </p:spPr>
        <p:txBody>
          <a:bodyPr lIns="180000" tIns="0" rIns="180000" bIns="18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Logo</a:t>
            </a:r>
          </a:p>
        </p:txBody>
      </p:sp>
      <p:sp>
        <p:nvSpPr>
          <p:cNvPr id="18" name="Tijdelijke aanduiding voor afbeelding 16">
            <a:extLst>
              <a:ext uri="{FF2B5EF4-FFF2-40B4-BE49-F238E27FC236}">
                <a16:creationId xmlns:a16="http://schemas.microsoft.com/office/drawing/2014/main" id="{A96F7A2C-E41A-81D0-F568-CDC19B42C0B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971475" y="2889063"/>
            <a:ext cx="804795" cy="281054"/>
          </a:xfrm>
          <a:noFill/>
        </p:spPr>
        <p:txBody>
          <a:bodyPr lIns="180000" tIns="0" rIns="180000" bIns="18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Logo</a:t>
            </a:r>
          </a:p>
        </p:txBody>
      </p:sp>
      <p:sp>
        <p:nvSpPr>
          <p:cNvPr id="19" name="Tijdelijke aanduiding voor afbeelding 16">
            <a:extLst>
              <a:ext uri="{FF2B5EF4-FFF2-40B4-BE49-F238E27FC236}">
                <a16:creationId xmlns:a16="http://schemas.microsoft.com/office/drawing/2014/main" id="{0DE62E2E-EDB3-620F-AC26-2DC7EA6EBCE6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727635" y="2010444"/>
            <a:ext cx="804795" cy="281054"/>
          </a:xfrm>
          <a:noFill/>
        </p:spPr>
        <p:txBody>
          <a:bodyPr lIns="180000" tIns="0" rIns="180000" bIns="18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Logo</a:t>
            </a:r>
          </a:p>
        </p:txBody>
      </p:sp>
      <p:sp>
        <p:nvSpPr>
          <p:cNvPr id="20" name="Tijdelijke aanduiding voor afbeelding 16">
            <a:extLst>
              <a:ext uri="{FF2B5EF4-FFF2-40B4-BE49-F238E27FC236}">
                <a16:creationId xmlns:a16="http://schemas.microsoft.com/office/drawing/2014/main" id="{D9F44D30-8E2F-AB85-07D4-1B69EE807F38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41835" y="1144283"/>
            <a:ext cx="804795" cy="281054"/>
          </a:xfrm>
          <a:noFill/>
        </p:spPr>
        <p:txBody>
          <a:bodyPr lIns="180000" tIns="0" rIns="180000" bIns="18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Logo</a:t>
            </a:r>
          </a:p>
        </p:txBody>
      </p:sp>
      <p:sp>
        <p:nvSpPr>
          <p:cNvPr id="7" name="Tijdelijke aanduiding voor afbeelding 16">
            <a:extLst>
              <a:ext uri="{FF2B5EF4-FFF2-40B4-BE49-F238E27FC236}">
                <a16:creationId xmlns:a16="http://schemas.microsoft.com/office/drawing/2014/main" id="{67CD853C-20CA-0860-90A9-5FBBFFBECB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1791" y="1144283"/>
            <a:ext cx="804795" cy="281054"/>
          </a:xfrm>
          <a:noFill/>
        </p:spPr>
        <p:txBody>
          <a:bodyPr lIns="180000" tIns="0" rIns="180000" bIns="18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Logo</a:t>
            </a:r>
          </a:p>
        </p:txBody>
      </p:sp>
      <p:sp>
        <p:nvSpPr>
          <p:cNvPr id="323" name="Tekstvak 322">
            <a:extLst>
              <a:ext uri="{FF2B5EF4-FFF2-40B4-BE49-F238E27FC236}">
                <a16:creationId xmlns:a16="http://schemas.microsoft.com/office/drawing/2014/main" id="{FBC87DE0-41C6-A7FE-5B78-88D42B0A4034}"/>
              </a:ext>
            </a:extLst>
          </p:cNvPr>
          <p:cNvSpPr txBox="1"/>
          <p:nvPr userDrawn="1"/>
        </p:nvSpPr>
        <p:spPr>
          <a:xfrm>
            <a:off x="5470701" y="5236960"/>
            <a:ext cx="1883102" cy="546931"/>
          </a:xfrm>
          <a:prstGeom prst="rect">
            <a:avLst/>
          </a:prstGeom>
          <a:noFill/>
        </p:spPr>
        <p:txBody>
          <a:bodyPr wrap="square" lIns="0" tIns="0" rIns="0" bIns="0" rtlCol="0">
            <a:prstTxWarp prst="textArchDown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750" b="1" spc="100" baseline="0">
                <a:solidFill>
                  <a:schemeClr val="bg1"/>
                </a:solidFill>
              </a:rPr>
              <a:t>SOLUTIONS</a:t>
            </a:r>
          </a:p>
        </p:txBody>
      </p:sp>
    </p:spTree>
    <p:extLst>
      <p:ext uri="{BB962C8B-B14F-4D97-AF65-F5344CB8AC3E}">
        <p14:creationId xmlns:p14="http://schemas.microsoft.com/office/powerpoint/2010/main" val="1215650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en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38EF60FF-587B-DA0A-B93B-D8F8A7035FE4}"/>
              </a:ext>
            </a:extLst>
          </p:cNvPr>
          <p:cNvSpPr/>
          <p:nvPr userDrawn="1"/>
        </p:nvSpPr>
        <p:spPr>
          <a:xfrm>
            <a:off x="719138" y="0"/>
            <a:ext cx="11472862" cy="6857999"/>
          </a:xfrm>
          <a:prstGeom prst="rect">
            <a:avLst/>
          </a:prstGeom>
          <a:gradFill flip="none" rotWithShape="1">
            <a:gsLst>
              <a:gs pos="56000">
                <a:srgbClr val="222D47"/>
              </a:gs>
              <a:gs pos="72000">
                <a:srgbClr val="2C3C51"/>
              </a:gs>
              <a:gs pos="88000">
                <a:srgbClr val="3D5762"/>
              </a:gs>
              <a:gs pos="100000">
                <a:srgbClr val="5B867F"/>
              </a:gs>
              <a:gs pos="3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lvl="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117" y="720000"/>
            <a:ext cx="10140158" cy="369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85119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Iconen 5x</a:t>
            </a:r>
          </a:p>
        </p:txBody>
      </p:sp>
      <p:sp>
        <p:nvSpPr>
          <p:cNvPr id="6" name="Tijdelijke aanduiding voor tekst 6">
            <a:extLst>
              <a:ext uri="{FF2B5EF4-FFF2-40B4-BE49-F238E27FC236}">
                <a16:creationId xmlns:a16="http://schemas.microsoft.com/office/drawing/2014/main" id="{94E7C516-D6FE-07D5-1CFD-8411830E4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7" y="368300"/>
            <a:ext cx="10138235" cy="168113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3B9EB176-9468-ED71-40DF-BD959067A9E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Cerios template-set</a:t>
            </a:r>
          </a:p>
        </p:txBody>
      </p:sp>
      <p:sp>
        <p:nvSpPr>
          <p:cNvPr id="12" name="Tijdelijke aanduiding voor dianummer 11">
            <a:extLst>
              <a:ext uri="{FF2B5EF4-FFF2-40B4-BE49-F238E27FC236}">
                <a16:creationId xmlns:a16="http://schemas.microsoft.com/office/drawing/2014/main" id="{09FE00C0-BB75-56AF-9FAE-6F5D1ECD62B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3D33B7A5-A529-DACE-6635-41016DD77D3D}"/>
              </a:ext>
            </a:extLst>
          </p:cNvPr>
          <p:cNvSpPr/>
          <p:nvPr userDrawn="1"/>
        </p:nvSpPr>
        <p:spPr>
          <a:xfrm>
            <a:off x="1331116" y="2557858"/>
            <a:ext cx="1742283" cy="17422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BB8E3961-61CA-F8BE-A21B-DD8EA9BDD710}"/>
              </a:ext>
            </a:extLst>
          </p:cNvPr>
          <p:cNvSpPr/>
          <p:nvPr userDrawn="1"/>
        </p:nvSpPr>
        <p:spPr>
          <a:xfrm>
            <a:off x="3430104" y="2557858"/>
            <a:ext cx="1742283" cy="17422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20" name="Ovaal 19">
            <a:extLst>
              <a:ext uri="{FF2B5EF4-FFF2-40B4-BE49-F238E27FC236}">
                <a16:creationId xmlns:a16="http://schemas.microsoft.com/office/drawing/2014/main" id="{A43864DD-9E97-12C2-08DC-01B2B18578AE}"/>
              </a:ext>
            </a:extLst>
          </p:cNvPr>
          <p:cNvSpPr/>
          <p:nvPr userDrawn="1"/>
        </p:nvSpPr>
        <p:spPr>
          <a:xfrm>
            <a:off x="5529092" y="2557858"/>
            <a:ext cx="1742283" cy="17422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5EA3AECA-A389-8005-E2D3-B7297568020F}"/>
              </a:ext>
            </a:extLst>
          </p:cNvPr>
          <p:cNvSpPr/>
          <p:nvPr userDrawn="1"/>
        </p:nvSpPr>
        <p:spPr>
          <a:xfrm>
            <a:off x="7628080" y="2557858"/>
            <a:ext cx="1742283" cy="17422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31" name="Ovaal 30">
            <a:extLst>
              <a:ext uri="{FF2B5EF4-FFF2-40B4-BE49-F238E27FC236}">
                <a16:creationId xmlns:a16="http://schemas.microsoft.com/office/drawing/2014/main" id="{F4F42265-43D2-7C80-0C41-BB033028185B}"/>
              </a:ext>
            </a:extLst>
          </p:cNvPr>
          <p:cNvSpPr/>
          <p:nvPr userDrawn="1"/>
        </p:nvSpPr>
        <p:spPr>
          <a:xfrm>
            <a:off x="9727069" y="2557858"/>
            <a:ext cx="1742283" cy="17422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43" name="Tijdelijke aanduiding voor afbeelding 16">
            <a:extLst>
              <a:ext uri="{FF2B5EF4-FFF2-40B4-BE49-F238E27FC236}">
                <a16:creationId xmlns:a16="http://schemas.microsoft.com/office/drawing/2014/main" id="{C17DBDED-C39F-CCCA-33D5-56E274F93E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764567" y="2989035"/>
            <a:ext cx="875380" cy="87993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97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Klik op onderstaand pictogram </a:t>
            </a:r>
            <a:br>
              <a:rPr lang="nl-NL"/>
            </a:br>
            <a:r>
              <a:rPr lang="nl-NL"/>
              <a:t>om een icoon in te voegen</a:t>
            </a:r>
          </a:p>
        </p:txBody>
      </p:sp>
      <p:sp>
        <p:nvSpPr>
          <p:cNvPr id="44" name="Tijdelijke aanduiding voor afbeelding 16">
            <a:extLst>
              <a:ext uri="{FF2B5EF4-FFF2-40B4-BE49-F238E27FC236}">
                <a16:creationId xmlns:a16="http://schemas.microsoft.com/office/drawing/2014/main" id="{A1A2A86C-12DD-AE94-DB34-0F5CEACFC72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863555" y="2989035"/>
            <a:ext cx="875380" cy="87993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97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Klik op onderstaand pictogram </a:t>
            </a:r>
            <a:br>
              <a:rPr lang="nl-NL"/>
            </a:br>
            <a:r>
              <a:rPr lang="nl-NL"/>
              <a:t>om een icoon in te voegen</a:t>
            </a:r>
          </a:p>
        </p:txBody>
      </p:sp>
      <p:sp>
        <p:nvSpPr>
          <p:cNvPr id="45" name="Tijdelijke aanduiding voor afbeelding 16">
            <a:extLst>
              <a:ext uri="{FF2B5EF4-FFF2-40B4-BE49-F238E27FC236}">
                <a16:creationId xmlns:a16="http://schemas.microsoft.com/office/drawing/2014/main" id="{99BECA23-D03C-1A1B-CF46-222538196DF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956426" y="2989035"/>
            <a:ext cx="875380" cy="87993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97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Klik op onderstaand pictogram </a:t>
            </a:r>
            <a:br>
              <a:rPr lang="nl-NL"/>
            </a:br>
            <a:r>
              <a:rPr lang="nl-NL"/>
              <a:t>om een icoon in te voegen</a:t>
            </a:r>
          </a:p>
        </p:txBody>
      </p:sp>
      <p:sp>
        <p:nvSpPr>
          <p:cNvPr id="46" name="Tijdelijke aanduiding voor afbeelding 16">
            <a:extLst>
              <a:ext uri="{FF2B5EF4-FFF2-40B4-BE49-F238E27FC236}">
                <a16:creationId xmlns:a16="http://schemas.microsoft.com/office/drawing/2014/main" id="{CAD7072A-4ECE-5006-E972-EC5EADF9A777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061531" y="2989035"/>
            <a:ext cx="875380" cy="87993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97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Klik op onderstaand pictogram </a:t>
            </a:r>
            <a:br>
              <a:rPr lang="nl-NL"/>
            </a:br>
            <a:r>
              <a:rPr lang="nl-NL"/>
              <a:t>om een icoon in te voegen</a:t>
            </a:r>
          </a:p>
        </p:txBody>
      </p:sp>
      <p:sp>
        <p:nvSpPr>
          <p:cNvPr id="47" name="Tijdelijke aanduiding voor afbeelding 16">
            <a:extLst>
              <a:ext uri="{FF2B5EF4-FFF2-40B4-BE49-F238E27FC236}">
                <a16:creationId xmlns:a16="http://schemas.microsoft.com/office/drawing/2014/main" id="{9ACD8ABA-A90A-1BAD-5275-61FFE740E92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160520" y="2989035"/>
            <a:ext cx="875380" cy="87993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97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Klik op onderstaand pictogram </a:t>
            </a:r>
            <a:br>
              <a:rPr lang="nl-NL"/>
            </a:br>
            <a:r>
              <a:rPr lang="nl-NL"/>
              <a:t>om een icoon in te voegen</a:t>
            </a:r>
          </a:p>
        </p:txBody>
      </p:sp>
      <p:sp>
        <p:nvSpPr>
          <p:cNvPr id="48" name="Tijdelijke aanduiding voor tekst 21">
            <a:extLst>
              <a:ext uri="{FF2B5EF4-FFF2-40B4-BE49-F238E27FC236}">
                <a16:creationId xmlns:a16="http://schemas.microsoft.com/office/drawing/2014/main" id="{BB96E195-35A2-A716-5539-C36B062229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47122" y="4680519"/>
            <a:ext cx="1510270" cy="1175769"/>
          </a:xfrm>
        </p:spPr>
        <p:txBody>
          <a:bodyPr/>
          <a:lstStyle>
            <a:lvl1pPr marL="0" indent="0" algn="ctr">
              <a:buNone/>
              <a:defRPr sz="1600" b="0">
                <a:solidFill>
                  <a:schemeClr val="accent3"/>
                </a:solidFill>
              </a:defRPr>
            </a:lvl1pPr>
            <a:lvl2pPr marL="0" indent="0" algn="ctr">
              <a:buFontTx/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nl-NL"/>
              <a:t>Tekst</a:t>
            </a:r>
          </a:p>
        </p:txBody>
      </p:sp>
      <p:sp>
        <p:nvSpPr>
          <p:cNvPr id="49" name="Tijdelijke aanduiding voor tekst 21">
            <a:extLst>
              <a:ext uri="{FF2B5EF4-FFF2-40B4-BE49-F238E27FC236}">
                <a16:creationId xmlns:a16="http://schemas.microsoft.com/office/drawing/2014/main" id="{FB9472D2-8189-CC82-287E-264AA318AAA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46110" y="4680519"/>
            <a:ext cx="1510270" cy="1175769"/>
          </a:xfrm>
        </p:spPr>
        <p:txBody>
          <a:bodyPr/>
          <a:lstStyle>
            <a:lvl1pPr marL="0" indent="0" algn="ctr">
              <a:buNone/>
              <a:defRPr sz="1600" b="0">
                <a:solidFill>
                  <a:schemeClr val="accent3"/>
                </a:solidFill>
              </a:defRPr>
            </a:lvl1pPr>
            <a:lvl2pPr marL="0" indent="0" algn="ctr">
              <a:buFontTx/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nl-NL"/>
              <a:t>Tekst</a:t>
            </a:r>
          </a:p>
        </p:txBody>
      </p:sp>
      <p:sp>
        <p:nvSpPr>
          <p:cNvPr id="50" name="Tijdelijke aanduiding voor tekst 21">
            <a:extLst>
              <a:ext uri="{FF2B5EF4-FFF2-40B4-BE49-F238E27FC236}">
                <a16:creationId xmlns:a16="http://schemas.microsoft.com/office/drawing/2014/main" id="{CFC2731E-BBDF-8EBF-002A-A5CAF392246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645098" y="4680519"/>
            <a:ext cx="1510270" cy="1175769"/>
          </a:xfrm>
        </p:spPr>
        <p:txBody>
          <a:bodyPr/>
          <a:lstStyle>
            <a:lvl1pPr marL="0" indent="0" algn="ctr">
              <a:buNone/>
              <a:defRPr sz="1600" b="0">
                <a:solidFill>
                  <a:schemeClr val="accent3"/>
                </a:solidFill>
              </a:defRPr>
            </a:lvl1pPr>
            <a:lvl2pPr marL="0" indent="0" algn="ctr">
              <a:buFontTx/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nl-NL"/>
              <a:t>Tekst</a:t>
            </a:r>
          </a:p>
        </p:txBody>
      </p:sp>
      <p:sp>
        <p:nvSpPr>
          <p:cNvPr id="51" name="Tijdelijke aanduiding voor tekst 21">
            <a:extLst>
              <a:ext uri="{FF2B5EF4-FFF2-40B4-BE49-F238E27FC236}">
                <a16:creationId xmlns:a16="http://schemas.microsoft.com/office/drawing/2014/main" id="{949DF9DE-EFCB-9B7C-A0B1-589B6649063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44086" y="4680519"/>
            <a:ext cx="1510270" cy="1175769"/>
          </a:xfrm>
        </p:spPr>
        <p:txBody>
          <a:bodyPr/>
          <a:lstStyle>
            <a:lvl1pPr marL="0" indent="0" algn="ctr">
              <a:buNone/>
              <a:defRPr sz="1600" b="0">
                <a:solidFill>
                  <a:schemeClr val="accent3"/>
                </a:solidFill>
              </a:defRPr>
            </a:lvl1pPr>
            <a:lvl2pPr marL="0" indent="0" algn="ctr">
              <a:buFontTx/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nl-NL"/>
              <a:t>Tekst</a:t>
            </a:r>
          </a:p>
        </p:txBody>
      </p:sp>
      <p:sp>
        <p:nvSpPr>
          <p:cNvPr id="52" name="Tijdelijke aanduiding voor tekst 21">
            <a:extLst>
              <a:ext uri="{FF2B5EF4-FFF2-40B4-BE49-F238E27FC236}">
                <a16:creationId xmlns:a16="http://schemas.microsoft.com/office/drawing/2014/main" id="{FBB5723B-2959-8EB7-1F94-E037F72248E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843075" y="4680519"/>
            <a:ext cx="1510270" cy="1175769"/>
          </a:xfrm>
        </p:spPr>
        <p:txBody>
          <a:bodyPr/>
          <a:lstStyle>
            <a:lvl1pPr marL="0" indent="0" algn="ctr">
              <a:buNone/>
              <a:defRPr sz="1600" b="0">
                <a:solidFill>
                  <a:schemeClr val="accent3"/>
                </a:solidFill>
              </a:defRPr>
            </a:lvl1pPr>
            <a:lvl2pPr marL="0" indent="0" algn="ctr">
              <a:buFontTx/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nl-NL"/>
              <a:t>Tekst</a:t>
            </a:r>
          </a:p>
        </p:txBody>
      </p:sp>
    </p:spTree>
    <p:extLst>
      <p:ext uri="{BB962C8B-B14F-4D97-AF65-F5344CB8AC3E}">
        <p14:creationId xmlns:p14="http://schemas.microsoft.com/office/powerpoint/2010/main" val="2377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D9C6D924-E361-4694-7A16-1C4EC6EEB2DF}"/>
              </a:ext>
            </a:extLst>
          </p:cNvPr>
          <p:cNvSpPr/>
          <p:nvPr userDrawn="1"/>
        </p:nvSpPr>
        <p:spPr>
          <a:xfrm>
            <a:off x="727164" y="0"/>
            <a:ext cx="11464836" cy="685799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49B1B950-5A58-8796-DA9F-D0012C6E0325}"/>
              </a:ext>
            </a:extLst>
          </p:cNvPr>
          <p:cNvSpPr/>
          <p:nvPr userDrawn="1"/>
        </p:nvSpPr>
        <p:spPr>
          <a:xfrm>
            <a:off x="727164" y="6726402"/>
            <a:ext cx="11464836" cy="131598"/>
          </a:xfrm>
          <a:prstGeom prst="rect">
            <a:avLst/>
          </a:prstGeom>
          <a:gradFill>
            <a:gsLst>
              <a:gs pos="64000">
                <a:schemeClr val="accent1"/>
              </a:gs>
              <a:gs pos="100000">
                <a:srgbClr val="8ACEA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117" y="720000"/>
            <a:ext cx="10140158" cy="369025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936731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Alleen titel</a:t>
            </a:r>
          </a:p>
        </p:txBody>
      </p:sp>
      <p:sp>
        <p:nvSpPr>
          <p:cNvPr id="6" name="Tijdelijke aanduiding voor tekst 6">
            <a:extLst>
              <a:ext uri="{FF2B5EF4-FFF2-40B4-BE49-F238E27FC236}">
                <a16:creationId xmlns:a16="http://schemas.microsoft.com/office/drawing/2014/main" id="{94E7C516-D6FE-07D5-1CFD-8411830E4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1117" y="368300"/>
            <a:ext cx="10138235" cy="168113"/>
          </a:xfrm>
        </p:spPr>
        <p:txBody>
          <a:bodyPr/>
          <a:lstStyle>
            <a:lvl1pPr marL="0" indent="0">
              <a:buNone/>
              <a:defRPr sz="1400" cap="none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noProof="0"/>
              <a:t>Header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3B9EB176-9468-ED71-40DF-BD959067A9E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nl-NL" err="1"/>
              <a:t>Cerios</a:t>
            </a:r>
            <a:r>
              <a:rPr lang="nl-NL"/>
              <a:t> template-set</a:t>
            </a:r>
          </a:p>
        </p:txBody>
      </p:sp>
      <p:sp>
        <p:nvSpPr>
          <p:cNvPr id="12" name="Tijdelijke aanduiding voor dianummer 11">
            <a:extLst>
              <a:ext uri="{FF2B5EF4-FFF2-40B4-BE49-F238E27FC236}">
                <a16:creationId xmlns:a16="http://schemas.microsoft.com/office/drawing/2014/main" id="{09FE00C0-BB75-56AF-9FAE-6F5D1ECD62B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742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EE096ED7-2603-E83C-4394-A930BA68A673}"/>
              </a:ext>
            </a:extLst>
          </p:cNvPr>
          <p:cNvSpPr/>
          <p:nvPr userDrawn="1"/>
        </p:nvSpPr>
        <p:spPr>
          <a:xfrm flipH="1">
            <a:off x="0" y="0"/>
            <a:ext cx="12198531" cy="6858000"/>
          </a:xfrm>
          <a:prstGeom prst="rect">
            <a:avLst/>
          </a:prstGeom>
          <a:gradFill flip="none" rotWithShape="1">
            <a:gsLst>
              <a:gs pos="43000">
                <a:srgbClr val="222D47"/>
              </a:gs>
              <a:gs pos="57000">
                <a:srgbClr val="2C3C51"/>
              </a:gs>
              <a:gs pos="72000">
                <a:srgbClr val="3D5762"/>
              </a:gs>
              <a:gs pos="87000">
                <a:srgbClr val="5B867F"/>
              </a:gs>
              <a:gs pos="33000">
                <a:schemeClr val="accent1"/>
              </a:gs>
              <a:gs pos="100000">
                <a:srgbClr val="84C5A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lvl="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4929DA7D-2356-85E6-8D85-6BD7296D2EF4}"/>
              </a:ext>
            </a:extLst>
          </p:cNvPr>
          <p:cNvSpPr/>
          <p:nvPr userDrawn="1"/>
        </p:nvSpPr>
        <p:spPr>
          <a:xfrm>
            <a:off x="719138" y="0"/>
            <a:ext cx="11472862" cy="685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23" name="Tijdelijke aanduiding voor afbeelding 22">
            <a:extLst>
              <a:ext uri="{FF2B5EF4-FFF2-40B4-BE49-F238E27FC236}">
                <a16:creationId xmlns:a16="http://schemas.microsoft.com/office/drawing/2014/main" id="{40939AE8-1289-DD59-BD45-37FB5AF2D41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1" y="-425942"/>
            <a:ext cx="5380558" cy="6275028"/>
          </a:xfrm>
          <a:custGeom>
            <a:avLst/>
            <a:gdLst>
              <a:gd name="connsiteX0" fmla="*/ 0 w 5380558"/>
              <a:gd name="connsiteY0" fmla="*/ 425941 h 6275028"/>
              <a:gd name="connsiteX1" fmla="*/ 5380558 w 5380558"/>
              <a:gd name="connsiteY1" fmla="*/ 425941 h 6275028"/>
              <a:gd name="connsiteX2" fmla="*/ 5380558 w 5380558"/>
              <a:gd name="connsiteY2" fmla="*/ 6275028 h 6275028"/>
              <a:gd name="connsiteX3" fmla="*/ 0 w 5380558"/>
              <a:gd name="connsiteY3" fmla="*/ 6275028 h 6275028"/>
              <a:gd name="connsiteX4" fmla="*/ 4472674 w 5380558"/>
              <a:gd name="connsiteY4" fmla="*/ 0 h 6275028"/>
              <a:gd name="connsiteX5" fmla="*/ 5380551 w 5380558"/>
              <a:gd name="connsiteY5" fmla="*/ 0 h 6275028"/>
              <a:gd name="connsiteX6" fmla="*/ 5380551 w 5380558"/>
              <a:gd name="connsiteY6" fmla="*/ 425939 h 6275028"/>
              <a:gd name="connsiteX7" fmla="*/ 4472674 w 5380558"/>
              <a:gd name="connsiteY7" fmla="*/ 425939 h 627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80558" h="6275028">
                <a:moveTo>
                  <a:pt x="0" y="425941"/>
                </a:moveTo>
                <a:lnTo>
                  <a:pt x="5380558" y="425941"/>
                </a:lnTo>
                <a:lnTo>
                  <a:pt x="5380558" y="6275028"/>
                </a:lnTo>
                <a:lnTo>
                  <a:pt x="0" y="6275028"/>
                </a:lnTo>
                <a:close/>
                <a:moveTo>
                  <a:pt x="4472674" y="0"/>
                </a:moveTo>
                <a:lnTo>
                  <a:pt x="5380551" y="0"/>
                </a:lnTo>
                <a:lnTo>
                  <a:pt x="5380551" y="425939"/>
                </a:lnTo>
                <a:lnTo>
                  <a:pt x="4472674" y="4259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360000" tIns="0" rIns="36000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 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BAF62955-0C10-991F-D905-20D7AB78D0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1" y="-2"/>
            <a:ext cx="5380558" cy="5849088"/>
          </a:xfrm>
          <a:custGeom>
            <a:avLst/>
            <a:gdLst>
              <a:gd name="connsiteX0" fmla="*/ 5380558 w 5380558"/>
              <a:gd name="connsiteY0" fmla="*/ 0 h 5849088"/>
              <a:gd name="connsiteX1" fmla="*/ 0 w 5380558"/>
              <a:gd name="connsiteY1" fmla="*/ 0 h 5849088"/>
              <a:gd name="connsiteX2" fmla="*/ 0 w 5380558"/>
              <a:gd name="connsiteY2" fmla="*/ 5849088 h 5849088"/>
              <a:gd name="connsiteX3" fmla="*/ 5380558 w 5380558"/>
              <a:gd name="connsiteY3" fmla="*/ 5849088 h 584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80558" h="5849088">
                <a:moveTo>
                  <a:pt x="5380558" y="0"/>
                </a:moveTo>
                <a:lnTo>
                  <a:pt x="0" y="0"/>
                </a:lnTo>
                <a:lnTo>
                  <a:pt x="0" y="5849088"/>
                </a:lnTo>
                <a:lnTo>
                  <a:pt x="5380558" y="5849088"/>
                </a:lnTo>
                <a:close/>
              </a:path>
            </a:pathLst>
          </a:custGeom>
          <a:gradFill flip="none" rotWithShape="1">
            <a:gsLst>
              <a:gs pos="5500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1800000" scaled="0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14" name="Tijdelijke aanduiding voor tekst 4">
            <a:extLst>
              <a:ext uri="{FF2B5EF4-FFF2-40B4-BE49-F238E27FC236}">
                <a16:creationId xmlns:a16="http://schemas.microsoft.com/office/drawing/2014/main" id="{7291D0E1-E79D-0D59-4E52-18F0A187DB6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549768" y="4642693"/>
            <a:ext cx="2499870" cy="79556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1793" b="179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9" y="1060665"/>
            <a:ext cx="4878098" cy="1286439"/>
          </a:xfrm>
        </p:spPr>
        <p:txBody>
          <a:bodyPr anchor="ctr"/>
          <a:lstStyle>
            <a:lvl1pPr>
              <a:defRPr sz="4000" b="1" i="0">
                <a:solidFill>
                  <a:schemeClr val="bg1"/>
                </a:solidFill>
              </a:defRPr>
            </a:lvl1pPr>
          </a:lstStyle>
          <a:p>
            <a:r>
              <a:rPr lang="nl-NL" noProof="0"/>
              <a:t>Plaats hier een afsluitende tekst</a:t>
            </a:r>
            <a:endParaRPr lang="nl-NL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82612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Afsluiting</a:t>
            </a:r>
          </a:p>
        </p:txBody>
      </p:sp>
      <p:sp>
        <p:nvSpPr>
          <p:cNvPr id="4" name="Tijdelijke aanduiding voor tekst 23">
            <a:extLst>
              <a:ext uri="{FF2B5EF4-FFF2-40B4-BE49-F238E27FC236}">
                <a16:creationId xmlns:a16="http://schemas.microsoft.com/office/drawing/2014/main" id="{A84191E6-64B5-F437-F5C7-EC446879678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 flipH="1">
            <a:off x="719138" y="3429000"/>
            <a:ext cx="5980814" cy="2916238"/>
          </a:xfrm>
          <a:prstGeom prst="rect">
            <a:avLst/>
          </a:prstGeom>
          <a:gradFill flip="none" rotWithShape="1">
            <a:gsLst>
              <a:gs pos="16000">
                <a:srgbClr val="222D47"/>
              </a:gs>
              <a:gs pos="34000">
                <a:srgbClr val="2C3C51"/>
              </a:gs>
              <a:gs pos="49000">
                <a:srgbClr val="3D5762"/>
              </a:gs>
              <a:gs pos="73000">
                <a:srgbClr val="5B867F"/>
              </a:gs>
              <a:gs pos="0">
                <a:schemeClr val="accent1"/>
              </a:gs>
              <a:gs pos="100000">
                <a:srgbClr val="84C5A7"/>
              </a:gs>
            </a:gsLst>
            <a:lin ang="12600000" scaled="0"/>
            <a:tileRect/>
          </a:gradFill>
          <a:effectLst>
            <a:outerShdw blurRad="317500" dist="190500" dir="5400000" sx="96000" sy="96000" algn="t" rotWithShape="0">
              <a:prstClr val="black">
                <a:alpha val="30000"/>
              </a:prstClr>
            </a:outerShdw>
          </a:effectLst>
        </p:spPr>
        <p:txBody>
          <a:bodyPr wrap="square" tIns="18000" anchor="b">
            <a:noAutofit/>
          </a:bodyPr>
          <a:lstStyle>
            <a:lvl1pPr marL="0" indent="0" algn="ctr">
              <a:buNone/>
              <a:defRPr sz="100" strike="noStrike">
                <a:solidFill>
                  <a:schemeClr val="bg1">
                    <a:alpha val="0"/>
                  </a:schemeClr>
                </a:solidFill>
                <a:latin typeface="+mj-lt"/>
              </a:defRPr>
            </a:lvl1pPr>
          </a:lstStyle>
          <a:p>
            <a:pPr lvl="0"/>
            <a:r>
              <a:rPr lang="nl-NL"/>
              <a:t>leeg()</a:t>
            </a:r>
          </a:p>
        </p:txBody>
      </p:sp>
      <p:sp>
        <p:nvSpPr>
          <p:cNvPr id="7" name="Tijdelijke aanduiding voor tekst 42">
            <a:extLst>
              <a:ext uri="{FF2B5EF4-FFF2-40B4-BE49-F238E27FC236}">
                <a16:creationId xmlns:a16="http://schemas.microsoft.com/office/drawing/2014/main" id="{292A26C4-103E-6DAC-90C0-C82456CA42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3695" y="3804533"/>
            <a:ext cx="345192" cy="345192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81" name="Tijdelijke aanduiding voor tekst 46">
            <a:extLst>
              <a:ext uri="{FF2B5EF4-FFF2-40B4-BE49-F238E27FC236}">
                <a16:creationId xmlns:a16="http://schemas.microsoft.com/office/drawing/2014/main" id="{63038A9C-6AE6-5F0B-6DCE-48AF66ED944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58037" y="3804534"/>
            <a:ext cx="4349686" cy="345192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Telefoonnummer</a:t>
            </a:r>
          </a:p>
        </p:txBody>
      </p:sp>
      <p:sp>
        <p:nvSpPr>
          <p:cNvPr id="82" name="Tijdelijke aanduiding voor tekst 46">
            <a:extLst>
              <a:ext uri="{FF2B5EF4-FFF2-40B4-BE49-F238E27FC236}">
                <a16:creationId xmlns:a16="http://schemas.microsoft.com/office/drawing/2014/main" id="{1E13C724-7325-DE27-D71B-DF661D32951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58037" y="4411075"/>
            <a:ext cx="4349686" cy="345192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Emailadres</a:t>
            </a:r>
          </a:p>
        </p:txBody>
      </p:sp>
      <p:sp>
        <p:nvSpPr>
          <p:cNvPr id="83" name="Tijdelijke aanduiding voor tekst 46">
            <a:extLst>
              <a:ext uri="{FF2B5EF4-FFF2-40B4-BE49-F238E27FC236}">
                <a16:creationId xmlns:a16="http://schemas.microsoft.com/office/drawing/2014/main" id="{9239C1A2-6D11-88DE-6FCD-6DAF8730B3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58037" y="5017616"/>
            <a:ext cx="4349686" cy="345192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Locatie</a:t>
            </a:r>
          </a:p>
        </p:txBody>
      </p:sp>
      <p:sp>
        <p:nvSpPr>
          <p:cNvPr id="84" name="Tijdelijke aanduiding voor tekst 51">
            <a:extLst>
              <a:ext uri="{FF2B5EF4-FFF2-40B4-BE49-F238E27FC236}">
                <a16:creationId xmlns:a16="http://schemas.microsoft.com/office/drawing/2014/main" id="{613B1075-670B-E34B-94E8-70E12BBD62F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1314" y="3863949"/>
            <a:ext cx="234716" cy="216836"/>
          </a:xfrm>
          <a:custGeom>
            <a:avLst/>
            <a:gdLst>
              <a:gd name="connsiteX0" fmla="*/ 0 w 483326"/>
              <a:gd name="connsiteY0" fmla="*/ 0 h 483326"/>
              <a:gd name="connsiteX1" fmla="*/ 483326 w 483326"/>
              <a:gd name="connsiteY1" fmla="*/ 0 h 483326"/>
              <a:gd name="connsiteX2" fmla="*/ 483326 w 483326"/>
              <a:gd name="connsiteY2" fmla="*/ 483326 h 483326"/>
              <a:gd name="connsiteX3" fmla="*/ 0 w 483326"/>
              <a:gd name="connsiteY3" fmla="*/ 483326 h 48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3326" h="483326">
                <a:moveTo>
                  <a:pt x="0" y="0"/>
                </a:moveTo>
                <a:lnTo>
                  <a:pt x="483326" y="0"/>
                </a:lnTo>
                <a:lnTo>
                  <a:pt x="483326" y="483326"/>
                </a:lnTo>
                <a:lnTo>
                  <a:pt x="0" y="4833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3810" r="3810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199" name="Tijdelijke aanduiding voor tekst 46">
            <a:extLst>
              <a:ext uri="{FF2B5EF4-FFF2-40B4-BE49-F238E27FC236}">
                <a16:creationId xmlns:a16="http://schemas.microsoft.com/office/drawing/2014/main" id="{168FC064-3553-B82B-89D2-9EF7126F1D1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758037" y="5624158"/>
            <a:ext cx="4349686" cy="345192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Website</a:t>
            </a:r>
          </a:p>
        </p:txBody>
      </p:sp>
      <p:sp>
        <p:nvSpPr>
          <p:cNvPr id="200" name="Tijdelijke aanduiding voor tekst 42">
            <a:extLst>
              <a:ext uri="{FF2B5EF4-FFF2-40B4-BE49-F238E27FC236}">
                <a16:creationId xmlns:a16="http://schemas.microsoft.com/office/drawing/2014/main" id="{6C864695-8528-348B-FA59-104936F66D6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113695" y="4414695"/>
            <a:ext cx="345192" cy="345192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201" name="Tijdelijke aanduiding voor tekst 42">
            <a:extLst>
              <a:ext uri="{FF2B5EF4-FFF2-40B4-BE49-F238E27FC236}">
                <a16:creationId xmlns:a16="http://schemas.microsoft.com/office/drawing/2014/main" id="{305F084A-210F-2FA6-5301-871590901E2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113695" y="5013748"/>
            <a:ext cx="345192" cy="345192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86" name="Tijdelijke aanduiding voor tekst 68">
            <a:extLst>
              <a:ext uri="{FF2B5EF4-FFF2-40B4-BE49-F238E27FC236}">
                <a16:creationId xmlns:a16="http://schemas.microsoft.com/office/drawing/2014/main" id="{4E9DC6D8-E629-5671-51ED-2BF3F9E340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83931" y="5094552"/>
            <a:ext cx="204720" cy="189124"/>
          </a:xfrm>
          <a:custGeom>
            <a:avLst/>
            <a:gdLst>
              <a:gd name="connsiteX0" fmla="*/ 0 w 483326"/>
              <a:gd name="connsiteY0" fmla="*/ 0 h 483326"/>
              <a:gd name="connsiteX1" fmla="*/ 483326 w 483326"/>
              <a:gd name="connsiteY1" fmla="*/ 0 h 483326"/>
              <a:gd name="connsiteX2" fmla="*/ 483326 w 483326"/>
              <a:gd name="connsiteY2" fmla="*/ 483326 h 483326"/>
              <a:gd name="connsiteX3" fmla="*/ 0 w 483326"/>
              <a:gd name="connsiteY3" fmla="*/ 483326 h 48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3326" h="483326">
                <a:moveTo>
                  <a:pt x="0" y="0"/>
                </a:moveTo>
                <a:lnTo>
                  <a:pt x="483326" y="0"/>
                </a:lnTo>
                <a:lnTo>
                  <a:pt x="483326" y="483326"/>
                </a:lnTo>
                <a:lnTo>
                  <a:pt x="0" y="48332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16530" r="16530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202" name="Tijdelijke aanduiding voor tekst 42">
            <a:extLst>
              <a:ext uri="{FF2B5EF4-FFF2-40B4-BE49-F238E27FC236}">
                <a16:creationId xmlns:a16="http://schemas.microsoft.com/office/drawing/2014/main" id="{CE8FE0C3-D967-8224-4475-1D5EB7D02E5A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113695" y="5624158"/>
            <a:ext cx="345192" cy="345192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85" name="Tijdelijke aanduiding voor tekst 58">
            <a:extLst>
              <a:ext uri="{FF2B5EF4-FFF2-40B4-BE49-F238E27FC236}">
                <a16:creationId xmlns:a16="http://schemas.microsoft.com/office/drawing/2014/main" id="{849417F4-2EBA-73C9-CE3A-B451AD789F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94956" y="4502915"/>
            <a:ext cx="182671" cy="168753"/>
          </a:xfrm>
          <a:custGeom>
            <a:avLst/>
            <a:gdLst>
              <a:gd name="connsiteX0" fmla="*/ 0 w 483326"/>
              <a:gd name="connsiteY0" fmla="*/ 0 h 483326"/>
              <a:gd name="connsiteX1" fmla="*/ 483326 w 483326"/>
              <a:gd name="connsiteY1" fmla="*/ 0 h 483326"/>
              <a:gd name="connsiteX2" fmla="*/ 483326 w 483326"/>
              <a:gd name="connsiteY2" fmla="*/ 483326 h 483326"/>
              <a:gd name="connsiteX3" fmla="*/ 0 w 483326"/>
              <a:gd name="connsiteY3" fmla="*/ 483326 h 48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3326" h="483326">
                <a:moveTo>
                  <a:pt x="0" y="0"/>
                </a:moveTo>
                <a:lnTo>
                  <a:pt x="483326" y="0"/>
                </a:lnTo>
                <a:lnTo>
                  <a:pt x="483326" y="483326"/>
                </a:lnTo>
                <a:lnTo>
                  <a:pt x="0" y="48332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t="9407" b="940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88" name="Tijdelijke aanduiding voor tekst 68">
            <a:extLst>
              <a:ext uri="{FF2B5EF4-FFF2-40B4-BE49-F238E27FC236}">
                <a16:creationId xmlns:a16="http://schemas.microsoft.com/office/drawing/2014/main" id="{F086C477-F095-CC2A-F368-252E1E711EA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188934" y="5702192"/>
            <a:ext cx="204720" cy="189124"/>
          </a:xfrm>
          <a:custGeom>
            <a:avLst/>
            <a:gdLst>
              <a:gd name="connsiteX0" fmla="*/ 0 w 483326"/>
              <a:gd name="connsiteY0" fmla="*/ 0 h 483326"/>
              <a:gd name="connsiteX1" fmla="*/ 483326 w 483326"/>
              <a:gd name="connsiteY1" fmla="*/ 0 h 483326"/>
              <a:gd name="connsiteX2" fmla="*/ 483326 w 483326"/>
              <a:gd name="connsiteY2" fmla="*/ 483326 h 483326"/>
              <a:gd name="connsiteX3" fmla="*/ 0 w 483326"/>
              <a:gd name="connsiteY3" fmla="*/ 483326 h 48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3326" h="483326">
                <a:moveTo>
                  <a:pt x="0" y="0"/>
                </a:moveTo>
                <a:lnTo>
                  <a:pt x="483326" y="0"/>
                </a:lnTo>
                <a:lnTo>
                  <a:pt x="483326" y="483326"/>
                </a:lnTo>
                <a:lnTo>
                  <a:pt x="0" y="483326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l="3809" r="380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</a:p>
        </p:txBody>
      </p:sp>
      <p:grpSp>
        <p:nvGrpSpPr>
          <p:cNvPr id="24" name="INSTRUCTIE">
            <a:extLst>
              <a:ext uri="{FF2B5EF4-FFF2-40B4-BE49-F238E27FC236}">
                <a16:creationId xmlns:a16="http://schemas.microsoft.com/office/drawing/2014/main" id="{ED377DD6-DABA-6AB9-85E6-41498AA2A05E}"/>
              </a:ext>
            </a:extLst>
          </p:cNvPr>
          <p:cNvGrpSpPr/>
          <p:nvPr userDrawn="1"/>
        </p:nvGrpSpPr>
        <p:grpSpPr>
          <a:xfrm>
            <a:off x="12377595" y="0"/>
            <a:ext cx="3693386" cy="6857760"/>
            <a:chOff x="-3786437" y="0"/>
            <a:chExt cx="3693386" cy="6857760"/>
          </a:xfrm>
        </p:grpSpPr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0517D7AB-9727-8868-F576-CE50D3019B69}"/>
                </a:ext>
              </a:extLst>
            </p:cNvPr>
            <p:cNvSpPr/>
            <p:nvPr userDrawn="1"/>
          </p:nvSpPr>
          <p:spPr>
            <a:xfrm>
              <a:off x="-3786437" y="6029760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26" name="INSTRUCTIE">
              <a:extLst>
                <a:ext uri="{FF2B5EF4-FFF2-40B4-BE49-F238E27FC236}">
                  <a16:creationId xmlns:a16="http://schemas.microsoft.com/office/drawing/2014/main" id="{4D96D721-FFE4-B1B6-6C7F-2702F04AD34B}"/>
                </a:ext>
              </a:extLst>
            </p:cNvPr>
            <p:cNvGrpSpPr/>
            <p:nvPr userDrawn="1"/>
          </p:nvGrpSpPr>
          <p:grpSpPr>
            <a:xfrm>
              <a:off x="-3786165" y="0"/>
              <a:ext cx="3693114" cy="6177730"/>
              <a:chOff x="-3786165" y="0"/>
              <a:chExt cx="3693114" cy="6177730"/>
            </a:xfrm>
          </p:grpSpPr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A5C9DA3A-5581-8874-F3B6-52E95C59EC11}"/>
                  </a:ext>
                </a:extLst>
              </p:cNvPr>
              <p:cNvSpPr/>
              <p:nvPr userDrawn="1"/>
            </p:nvSpPr>
            <p:spPr>
              <a:xfrm>
                <a:off x="-3786165" y="0"/>
                <a:ext cx="3593091" cy="602520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Afbeelding invoegen/opmaken</a:t>
                </a:r>
              </a:p>
            </p:txBody>
          </p:sp>
          <p:sp>
            <p:nvSpPr>
              <p:cNvPr id="28" name="Ovaal 27">
                <a:extLst>
                  <a:ext uri="{FF2B5EF4-FFF2-40B4-BE49-F238E27FC236}">
                    <a16:creationId xmlns:a16="http://schemas.microsoft.com/office/drawing/2014/main" id="{395B01BC-7D60-59F4-F9DB-F7A8115600D6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1352B522-860C-77C4-292D-A46EB09346AD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afbeelding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afbeelding in te voegen </a:t>
                </a: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0" name="Groep 29">
                <a:extLst>
                  <a:ext uri="{FF2B5EF4-FFF2-40B4-BE49-F238E27FC236}">
                    <a16:creationId xmlns:a16="http://schemas.microsoft.com/office/drawing/2014/main" id="{92702437-A280-035B-17FB-6C59C7C78AA4}"/>
                  </a:ext>
                </a:extLst>
              </p:cNvPr>
              <p:cNvGrpSpPr/>
              <p:nvPr userDrawn="1"/>
            </p:nvGrpSpPr>
            <p:grpSpPr>
              <a:xfrm>
                <a:off x="-3316179" y="1231351"/>
                <a:ext cx="294789" cy="318834"/>
                <a:chOff x="14466489" y="1001522"/>
                <a:chExt cx="290627" cy="314333"/>
              </a:xfrm>
            </p:grpSpPr>
            <p:sp>
              <p:nvSpPr>
                <p:cNvPr id="91" name="Rechthoek 90">
                  <a:extLst>
                    <a:ext uri="{FF2B5EF4-FFF2-40B4-BE49-F238E27FC236}">
                      <a16:creationId xmlns:a16="http://schemas.microsoft.com/office/drawing/2014/main" id="{2DA9FFA9-C85D-FB8B-5706-2EE7FBEC8A3B}"/>
                    </a:ext>
                  </a:extLst>
                </p:cNvPr>
                <p:cNvSpPr/>
                <p:nvPr userDrawn="1"/>
              </p:nvSpPr>
              <p:spPr>
                <a:xfrm>
                  <a:off x="14466489" y="1001522"/>
                  <a:ext cx="257935" cy="25416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2" name="Ovaal 91">
                  <a:extLst>
                    <a:ext uri="{FF2B5EF4-FFF2-40B4-BE49-F238E27FC236}">
                      <a16:creationId xmlns:a16="http://schemas.microsoft.com/office/drawing/2014/main" id="{43DE7FDC-5501-0E90-D69F-AB33386966A6}"/>
                    </a:ext>
                  </a:extLst>
                </p:cNvPr>
                <p:cNvSpPr/>
                <p:nvPr userDrawn="1"/>
              </p:nvSpPr>
              <p:spPr>
                <a:xfrm>
                  <a:off x="14623626" y="1033630"/>
                  <a:ext cx="71169" cy="71169"/>
                </a:xfrm>
                <a:prstGeom prst="ellipse">
                  <a:avLst/>
                </a:prstGeom>
                <a:solidFill>
                  <a:srgbClr val="F1D8A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3" name="Vrije vorm: vorm 92">
                  <a:extLst>
                    <a:ext uri="{FF2B5EF4-FFF2-40B4-BE49-F238E27FC236}">
                      <a16:creationId xmlns:a16="http://schemas.microsoft.com/office/drawing/2014/main" id="{5FDF2B10-CA5E-C61D-F497-10925CFF0292}"/>
                    </a:ext>
                  </a:extLst>
                </p:cNvPr>
                <p:cNvSpPr/>
                <p:nvPr userDrawn="1"/>
              </p:nvSpPr>
              <p:spPr>
                <a:xfrm rot="2700000">
                  <a:off x="14498877" y="1157846"/>
                  <a:ext cx="168558" cy="147459"/>
                </a:xfrm>
                <a:custGeom>
                  <a:avLst/>
                  <a:gdLst>
                    <a:gd name="connsiteX0" fmla="*/ 12837 w 168558"/>
                    <a:gd name="connsiteY0" fmla="*/ 12836 h 147459"/>
                    <a:gd name="connsiteX1" fmla="*/ 43826 w 168558"/>
                    <a:gd name="connsiteY1" fmla="*/ 0 h 147459"/>
                    <a:gd name="connsiteX2" fmla="*/ 168558 w 168558"/>
                    <a:gd name="connsiteY2" fmla="*/ 0 h 147459"/>
                    <a:gd name="connsiteX3" fmla="*/ 21099 w 168558"/>
                    <a:gd name="connsiteY3" fmla="*/ 147459 h 147459"/>
                    <a:gd name="connsiteX4" fmla="*/ 0 w 168558"/>
                    <a:gd name="connsiteY4" fmla="*/ 126361 h 147459"/>
                    <a:gd name="connsiteX5" fmla="*/ 0 w 168558"/>
                    <a:gd name="connsiteY5" fmla="*/ 43826 h 147459"/>
                    <a:gd name="connsiteX6" fmla="*/ 12837 w 168558"/>
                    <a:gd name="connsiteY6" fmla="*/ 12836 h 147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8558" h="147459">
                      <a:moveTo>
                        <a:pt x="12837" y="12836"/>
                      </a:moveTo>
                      <a:cubicBezTo>
                        <a:pt x="20768" y="4905"/>
                        <a:pt x="31724" y="0"/>
                        <a:pt x="43826" y="0"/>
                      </a:cubicBezTo>
                      <a:lnTo>
                        <a:pt x="168558" y="0"/>
                      </a:lnTo>
                      <a:lnTo>
                        <a:pt x="21099" y="147459"/>
                      </a:lnTo>
                      <a:lnTo>
                        <a:pt x="0" y="126361"/>
                      </a:lnTo>
                      <a:lnTo>
                        <a:pt x="0" y="43826"/>
                      </a:lnTo>
                      <a:cubicBezTo>
                        <a:pt x="1" y="31723"/>
                        <a:pt x="4906" y="20767"/>
                        <a:pt x="12837" y="12836"/>
                      </a:cubicBezTo>
                      <a:close/>
                    </a:path>
                  </a:pathLst>
                </a:custGeom>
                <a:solidFill>
                  <a:srgbClr val="C9D8E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4" name="Rechthoek: afgeronde hoeken 93">
                  <a:extLst>
                    <a:ext uri="{FF2B5EF4-FFF2-40B4-BE49-F238E27FC236}">
                      <a16:creationId xmlns:a16="http://schemas.microsoft.com/office/drawing/2014/main" id="{F6A5CA90-CB1A-6C4F-A326-9E326602E644}"/>
                    </a:ext>
                  </a:extLst>
                </p:cNvPr>
                <p:cNvSpPr/>
                <p:nvPr userDrawn="1"/>
              </p:nvSpPr>
              <p:spPr>
                <a:xfrm>
                  <a:off x="14601150" y="1145314"/>
                  <a:ext cx="155966" cy="116816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95" name="Rechte verbindingslijn 94">
                  <a:extLst>
                    <a:ext uri="{FF2B5EF4-FFF2-40B4-BE49-F238E27FC236}">
                      <a16:creationId xmlns:a16="http://schemas.microsoft.com/office/drawing/2014/main" id="{F953590A-7394-51E2-5A6A-C7B298BBB18B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4637490" y="1308665"/>
                  <a:ext cx="83286" cy="0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6" name="Rechte verbindingslijn 95">
                  <a:extLst>
                    <a:ext uri="{FF2B5EF4-FFF2-40B4-BE49-F238E27FC236}">
                      <a16:creationId xmlns:a16="http://schemas.microsoft.com/office/drawing/2014/main" id="{B0146EC4-1CC5-3860-1CB9-CD84972EE0B8}"/>
                    </a:ext>
                  </a:extLst>
                </p:cNvPr>
                <p:cNvCxnSpPr>
                  <a:cxnSpLocks/>
                  <a:stCxn id="94" idx="2"/>
                </p:cNvCxnSpPr>
                <p:nvPr userDrawn="1"/>
              </p:nvCxnSpPr>
              <p:spPr>
                <a:xfrm flipH="1">
                  <a:off x="14678717" y="1262130"/>
                  <a:ext cx="416" cy="43573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5FC071DB-7DD9-8242-2DE4-1875A94B7700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F1293D90-C92D-1AD8-72EB-553E5EC3130D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afbeelding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34A015ED-DE4D-FAD2-6486-4B7F468E2E4D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99F992CB-3509-0B7B-8DB9-16BFF77AECD0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89" name="Rechte verbindingslijn 88">
                  <a:extLst>
                    <a:ext uri="{FF2B5EF4-FFF2-40B4-BE49-F238E27FC236}">
                      <a16:creationId xmlns:a16="http://schemas.microsoft.com/office/drawing/2014/main" id="{512E284F-D239-A0B1-CAD9-70005E6E60AC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90" name="Gelijkbenige driehoek 89">
                  <a:extLst>
                    <a:ext uri="{FF2B5EF4-FFF2-40B4-BE49-F238E27FC236}">
                      <a16:creationId xmlns:a16="http://schemas.microsoft.com/office/drawing/2014/main" id="{CF4453C9-CB69-A9A7-3D2D-C81D8AAC5AD5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61E9B7CD-7962-4389-0564-0DC31B5D16A3}"/>
                  </a:ext>
                </a:extLst>
              </p:cNvPr>
              <p:cNvSpPr/>
              <p:nvPr userDrawn="1"/>
            </p:nvSpPr>
            <p:spPr>
              <a:xfrm>
                <a:off x="-3603587" y="255335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2542A81E-153C-D829-790F-98D59222F716}"/>
                  </a:ext>
                </a:extLst>
              </p:cNvPr>
              <p:cNvSpPr/>
              <p:nvPr userDrawn="1"/>
            </p:nvSpPr>
            <p:spPr>
              <a:xfrm>
                <a:off x="-3319416" y="2553360"/>
                <a:ext cx="3126341" cy="46279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miniatuurweergave van de dia aan de linkerkant van het scherm 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‘Dia herstellen’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6" name="ICOON_info">
                <a:extLst>
                  <a:ext uri="{FF2B5EF4-FFF2-40B4-BE49-F238E27FC236}">
                    <a16:creationId xmlns:a16="http://schemas.microsoft.com/office/drawing/2014/main" id="{490F95A8-7CB7-766D-3728-BAFB1E136E1C}"/>
                  </a:ext>
                </a:extLst>
              </p:cNvPr>
              <p:cNvGrpSpPr/>
              <p:nvPr userDrawn="1"/>
            </p:nvGrpSpPr>
            <p:grpSpPr>
              <a:xfrm>
                <a:off x="-376736" y="5894045"/>
                <a:ext cx="283685" cy="283685"/>
                <a:chOff x="-510741" y="5913713"/>
                <a:chExt cx="267555" cy="267555"/>
              </a:xfrm>
            </p:grpSpPr>
            <p:sp>
              <p:nvSpPr>
                <p:cNvPr id="79" name="Ovaal 78">
                  <a:extLst>
                    <a:ext uri="{FF2B5EF4-FFF2-40B4-BE49-F238E27FC236}">
                      <a16:creationId xmlns:a16="http://schemas.microsoft.com/office/drawing/2014/main" id="{87728D5A-D969-1A65-78B8-A23217AEAB6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0" name="Graphic 163" descr="Informatie">
                  <a:extLst>
                    <a:ext uri="{FF2B5EF4-FFF2-40B4-BE49-F238E27FC236}">
                      <a16:creationId xmlns:a16="http://schemas.microsoft.com/office/drawing/2014/main" id="{1F5A17E5-895D-D5F7-EC1D-AD3268B8BB74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37" name="Ovaal 36">
                <a:extLst>
                  <a:ext uri="{FF2B5EF4-FFF2-40B4-BE49-F238E27FC236}">
                    <a16:creationId xmlns:a16="http://schemas.microsoft.com/office/drawing/2014/main" id="{377215F2-AF76-6E6F-B577-A1F6B1517B9F}"/>
                  </a:ext>
                </a:extLst>
              </p:cNvPr>
              <p:cNvSpPr/>
              <p:nvPr userDrawn="1"/>
            </p:nvSpPr>
            <p:spPr>
              <a:xfrm>
                <a:off x="-3603587" y="414578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499FA957-0D2F-06DB-E217-BD955DB02B88}"/>
                  </a:ext>
                </a:extLst>
              </p:cNvPr>
              <p:cNvSpPr/>
              <p:nvPr userDrawn="1"/>
            </p:nvSpPr>
            <p:spPr>
              <a:xfrm>
                <a:off x="-3319415" y="4145790"/>
                <a:ext cx="2944682" cy="97979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Om de afbeelding te schalen of bij te snijden, ga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‘Hulpmiddelen voor afbeeldingen - Opmaak’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en klik op de knop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‘Bijsnijden’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Schaal met de bolletjes de afbeelding en met de hoekjes het afbeeldingskader.</a:t>
                </a:r>
              </a:p>
            </p:txBody>
          </p: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268A75EB-DE81-DF3D-CE58-054FD75C88DA}"/>
                  </a:ext>
                </a:extLst>
              </p:cNvPr>
              <p:cNvGrpSpPr/>
              <p:nvPr userDrawn="1"/>
            </p:nvGrpSpPr>
            <p:grpSpPr>
              <a:xfrm>
                <a:off x="-3408294" y="5236167"/>
                <a:ext cx="622283" cy="612919"/>
                <a:chOff x="12617641" y="3403239"/>
                <a:chExt cx="752963" cy="741634"/>
              </a:xfrm>
            </p:grpSpPr>
            <p:grpSp>
              <p:nvGrpSpPr>
                <p:cNvPr id="63" name="Groep 62">
                  <a:extLst>
                    <a:ext uri="{FF2B5EF4-FFF2-40B4-BE49-F238E27FC236}">
                      <a16:creationId xmlns:a16="http://schemas.microsoft.com/office/drawing/2014/main" id="{B82194F4-E6D0-E0E3-72D5-4905AE61D4DF}"/>
                    </a:ext>
                  </a:extLst>
                </p:cNvPr>
                <p:cNvGrpSpPr/>
                <p:nvPr userDrawn="1"/>
              </p:nvGrpSpPr>
              <p:grpSpPr>
                <a:xfrm>
                  <a:off x="12771550" y="3403239"/>
                  <a:ext cx="467156" cy="448491"/>
                  <a:chOff x="12782177" y="3403239"/>
                  <a:chExt cx="467156" cy="448491"/>
                </a:xfrm>
              </p:grpSpPr>
              <p:grpSp>
                <p:nvGrpSpPr>
                  <p:cNvPr id="66" name="Groep 65">
                    <a:extLst>
                      <a:ext uri="{FF2B5EF4-FFF2-40B4-BE49-F238E27FC236}">
                        <a16:creationId xmlns:a16="http://schemas.microsoft.com/office/drawing/2014/main" id="{C22A5C6C-7AD3-B708-F481-690D811250F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82177" y="3403239"/>
                    <a:ext cx="412972" cy="396132"/>
                    <a:chOff x="13554906" y="3320109"/>
                    <a:chExt cx="443912" cy="425811"/>
                  </a:xfrm>
                </p:grpSpPr>
                <p:grpSp>
                  <p:nvGrpSpPr>
                    <p:cNvPr id="73" name="Groep 72">
                      <a:extLst>
                        <a:ext uri="{FF2B5EF4-FFF2-40B4-BE49-F238E27FC236}">
                          <a16:creationId xmlns:a16="http://schemas.microsoft.com/office/drawing/2014/main" id="{84621038-E07D-63AB-C4F9-3AE11CCB2A2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3554906" y="3320109"/>
                      <a:ext cx="443912" cy="425811"/>
                      <a:chOff x="12909684" y="1276143"/>
                      <a:chExt cx="443912" cy="425811"/>
                    </a:xfrm>
                  </p:grpSpPr>
                  <p:sp>
                    <p:nvSpPr>
                      <p:cNvPr id="76" name="Rechthoek 75">
                        <a:extLst>
                          <a:ext uri="{FF2B5EF4-FFF2-40B4-BE49-F238E27FC236}">
                            <a16:creationId xmlns:a16="http://schemas.microsoft.com/office/drawing/2014/main" id="{BDA7E6A5-6D68-6BEC-84E4-C47EC66F65BF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443912" cy="425811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818181"/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77" name="Rechthoek 76">
                        <a:extLst>
                          <a:ext uri="{FF2B5EF4-FFF2-40B4-BE49-F238E27FC236}">
                            <a16:creationId xmlns:a16="http://schemas.microsoft.com/office/drawing/2014/main" id="{A847A469-8CF9-D5C5-5F9D-62B1DA910E96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261629" cy="2578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81818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78" name="Ovaal 77">
                        <a:extLst>
                          <a:ext uri="{FF2B5EF4-FFF2-40B4-BE49-F238E27FC236}">
                            <a16:creationId xmlns:a16="http://schemas.microsoft.com/office/drawing/2014/main" id="{6BA66788-64B8-9CB8-F1A4-B0F240D28A15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3069071" y="1308711"/>
                        <a:ext cx="72188" cy="72188"/>
                      </a:xfrm>
                      <a:prstGeom prst="ellipse">
                        <a:avLst/>
                      </a:prstGeom>
                      <a:solidFill>
                        <a:srgbClr val="ECC679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l"/>
                        <a:endParaRPr lang="nl-NL" sz="1000" b="1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74" name="Afbeelding 73">
                      <a:extLst>
                        <a:ext uri="{FF2B5EF4-FFF2-40B4-BE49-F238E27FC236}">
                          <a16:creationId xmlns:a16="http://schemas.microsoft.com/office/drawing/2014/main" id="{ED7B3514-4E4D-14CC-7C86-BB7B70DF06C5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12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13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3567296" y="3424992"/>
                      <a:ext cx="173367" cy="14022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75" name="Afbeelding 74">
                      <a:extLst>
                        <a:ext uri="{FF2B5EF4-FFF2-40B4-BE49-F238E27FC236}">
                          <a16:creationId xmlns:a16="http://schemas.microsoft.com/office/drawing/2014/main" id="{6F99232C-59B8-2DB7-0153-8D5D5837C214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12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13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flipH="1">
                      <a:off x="13635599" y="3453788"/>
                      <a:ext cx="173367" cy="111424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67" name="Groep 66">
                    <a:extLst>
                      <a:ext uri="{FF2B5EF4-FFF2-40B4-BE49-F238E27FC236}">
                        <a16:creationId xmlns:a16="http://schemas.microsoft.com/office/drawing/2014/main" id="{048A4487-882B-0214-4648-C661312271D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103513" y="3705268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71" name="Rechthoek 70">
                      <a:extLst>
                        <a:ext uri="{FF2B5EF4-FFF2-40B4-BE49-F238E27FC236}">
                          <a16:creationId xmlns:a16="http://schemas.microsoft.com/office/drawing/2014/main" id="{CED0F45B-6414-13E7-5A77-9DD733B457D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2" name="Rechthoek 71">
                      <a:extLst>
                        <a:ext uri="{FF2B5EF4-FFF2-40B4-BE49-F238E27FC236}">
                          <a16:creationId xmlns:a16="http://schemas.microsoft.com/office/drawing/2014/main" id="{30BE56D4-640C-B6F8-1A35-53D50F667CD9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68" name="Groep 67">
                    <a:extLst>
                      <a:ext uri="{FF2B5EF4-FFF2-40B4-BE49-F238E27FC236}">
                        <a16:creationId xmlns:a16="http://schemas.microsoft.com/office/drawing/2014/main" id="{F139DFE3-C2B2-6D28-3373-536B712795DC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13061402" y="3665637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69" name="Rechthoek 68">
                      <a:extLst>
                        <a:ext uri="{FF2B5EF4-FFF2-40B4-BE49-F238E27FC236}">
                          <a16:creationId xmlns:a16="http://schemas.microsoft.com/office/drawing/2014/main" id="{4391E9F9-E691-AAEB-90F2-7D2BD23EA44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0" name="Rechthoek 69">
                      <a:extLst>
                        <a:ext uri="{FF2B5EF4-FFF2-40B4-BE49-F238E27FC236}">
                          <a16:creationId xmlns:a16="http://schemas.microsoft.com/office/drawing/2014/main" id="{DACC3E42-C831-0570-CDE3-23B323DBB2E1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  <p:sp>
              <p:nvSpPr>
                <p:cNvPr id="64" name="Rechthoek 63">
                  <a:extLst>
                    <a:ext uri="{FF2B5EF4-FFF2-40B4-BE49-F238E27FC236}">
                      <a16:creationId xmlns:a16="http://schemas.microsoft.com/office/drawing/2014/main" id="{8AA6BE85-9BBE-1F41-9E28-F6E759A77B44}"/>
                    </a:ext>
                  </a:extLst>
                </p:cNvPr>
                <p:cNvSpPr/>
                <p:nvPr userDrawn="1"/>
              </p:nvSpPr>
              <p:spPr>
                <a:xfrm>
                  <a:off x="12617641" y="3889890"/>
                  <a:ext cx="752963" cy="16117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Bijsnijden</a:t>
                  </a:r>
                </a:p>
              </p:txBody>
            </p:sp>
            <p:sp>
              <p:nvSpPr>
                <p:cNvPr id="65" name="Gelijkbenige driehoek 64">
                  <a:extLst>
                    <a:ext uri="{FF2B5EF4-FFF2-40B4-BE49-F238E27FC236}">
                      <a16:creationId xmlns:a16="http://schemas.microsoft.com/office/drawing/2014/main" id="{030AEC70-E2B0-B482-FEA4-28F9BFEB9766}"/>
                    </a:ext>
                  </a:extLst>
                </p:cNvPr>
                <p:cNvSpPr/>
                <p:nvPr userDrawn="1"/>
              </p:nvSpPr>
              <p:spPr>
                <a:xfrm rot="10800000">
                  <a:off x="12950688" y="4093726"/>
                  <a:ext cx="86866" cy="51147"/>
                </a:xfrm>
                <a:prstGeom prst="triangle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CEE07D45-4503-F3D1-9B99-2A4D5D7AC42B}"/>
                  </a:ext>
                </a:extLst>
              </p:cNvPr>
              <p:cNvSpPr/>
              <p:nvPr userDrawn="1"/>
            </p:nvSpPr>
            <p:spPr>
              <a:xfrm>
                <a:off x="-3316836" y="3119689"/>
                <a:ext cx="1239216" cy="719917"/>
              </a:xfrm>
              <a:prstGeom prst="rect">
                <a:avLst/>
              </a:prstGeom>
              <a:pattFill prst="wdUpDiag">
                <a:fgClr>
                  <a:srgbClr val="E0E0E0"/>
                </a:fgClr>
                <a:bgClr>
                  <a:srgbClr val="ECECEC"/>
                </a:bgClr>
              </a:pattFill>
              <a:ln w="12700">
                <a:solidFill>
                  <a:srgbClr val="D3D3D3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0" i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25B4100B-8861-98EC-3C63-9CBA48591053}"/>
                  </a:ext>
                </a:extLst>
              </p:cNvPr>
              <p:cNvGrpSpPr/>
              <p:nvPr userDrawn="1"/>
            </p:nvGrpSpPr>
            <p:grpSpPr>
              <a:xfrm>
                <a:off x="-2485819" y="3399207"/>
                <a:ext cx="1222990" cy="563933"/>
                <a:chOff x="-2485819" y="3399207"/>
                <a:chExt cx="1222990" cy="563933"/>
              </a:xfrm>
            </p:grpSpPr>
            <p:sp>
              <p:nvSpPr>
                <p:cNvPr id="42" name="Rechthoek 41">
                  <a:extLst>
                    <a:ext uri="{FF2B5EF4-FFF2-40B4-BE49-F238E27FC236}">
                      <a16:creationId xmlns:a16="http://schemas.microsoft.com/office/drawing/2014/main" id="{42A5DEC5-DA17-485C-D971-47A567160C8E}"/>
                    </a:ext>
                  </a:extLst>
                </p:cNvPr>
                <p:cNvSpPr/>
                <p:nvPr userDrawn="1"/>
              </p:nvSpPr>
              <p:spPr>
                <a:xfrm>
                  <a:off x="-2485819" y="3399207"/>
                  <a:ext cx="1176476" cy="50485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" name="Rechthoek 42">
                  <a:extLst>
                    <a:ext uri="{FF2B5EF4-FFF2-40B4-BE49-F238E27FC236}">
                      <a16:creationId xmlns:a16="http://schemas.microsoft.com/office/drawing/2014/main" id="{0BA5ED96-5AF3-032C-7307-0434F5480C6B}"/>
                    </a:ext>
                  </a:extLst>
                </p:cNvPr>
                <p:cNvSpPr/>
                <p:nvPr userDrawn="1"/>
              </p:nvSpPr>
              <p:spPr>
                <a:xfrm>
                  <a:off x="-2479584" y="3652838"/>
                  <a:ext cx="1164007" cy="246701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17DCAD04-5C93-1A8D-5C38-76F498537E48}"/>
                    </a:ext>
                  </a:extLst>
                </p:cNvPr>
                <p:cNvGrpSpPr/>
                <p:nvPr userDrawn="1"/>
              </p:nvGrpSpPr>
              <p:grpSpPr>
                <a:xfrm>
                  <a:off x="-2403869" y="3460544"/>
                  <a:ext cx="155951" cy="131922"/>
                  <a:chOff x="12968836" y="3354170"/>
                  <a:chExt cx="404806" cy="342433"/>
                </a:xfrm>
              </p:grpSpPr>
              <p:sp>
                <p:nvSpPr>
                  <p:cNvPr id="57" name="Rechthoek: afgeronde hoeken 56">
                    <a:extLst>
                      <a:ext uri="{FF2B5EF4-FFF2-40B4-BE49-F238E27FC236}">
                        <a16:creationId xmlns:a16="http://schemas.microsoft.com/office/drawing/2014/main" id="{F3FF69E4-D6DB-447D-5712-3BDA96E4356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nl-NL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8" name="Rechthoek 57">
                    <a:extLst>
                      <a:ext uri="{FF2B5EF4-FFF2-40B4-BE49-F238E27FC236}">
                        <a16:creationId xmlns:a16="http://schemas.microsoft.com/office/drawing/2014/main" id="{78CC1BBB-2881-616B-D0BD-81A8D09B3EC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9" name="Rechthoek 58">
                    <a:extLst>
                      <a:ext uri="{FF2B5EF4-FFF2-40B4-BE49-F238E27FC236}">
                        <a16:creationId xmlns:a16="http://schemas.microsoft.com/office/drawing/2014/main" id="{6679CA76-06A6-536D-7643-A9ACAAA6BE8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0" name="Rechthoek 59">
                    <a:extLst>
                      <a:ext uri="{FF2B5EF4-FFF2-40B4-BE49-F238E27FC236}">
                        <a16:creationId xmlns:a16="http://schemas.microsoft.com/office/drawing/2014/main" id="{0F048869-728A-7870-1345-E3744845EB2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1" name="Rechthoek 60">
                    <a:extLst>
                      <a:ext uri="{FF2B5EF4-FFF2-40B4-BE49-F238E27FC236}">
                        <a16:creationId xmlns:a16="http://schemas.microsoft.com/office/drawing/2014/main" id="{C83ADA40-D500-7C77-5648-207FF21E3DB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2" name="Rechthoek 61">
                    <a:extLst>
                      <a:ext uri="{FF2B5EF4-FFF2-40B4-BE49-F238E27FC236}">
                        <a16:creationId xmlns:a16="http://schemas.microsoft.com/office/drawing/2014/main" id="{2F896F37-2905-28B7-1843-9D23C5F10A2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5" name="Groep 44">
                  <a:extLst>
                    <a:ext uri="{FF2B5EF4-FFF2-40B4-BE49-F238E27FC236}">
                      <a16:creationId xmlns:a16="http://schemas.microsoft.com/office/drawing/2014/main" id="{73E4CCFE-B7F1-2123-633D-1B873675BE2B}"/>
                    </a:ext>
                  </a:extLst>
                </p:cNvPr>
                <p:cNvGrpSpPr/>
                <p:nvPr userDrawn="1"/>
              </p:nvGrpSpPr>
              <p:grpSpPr>
                <a:xfrm>
                  <a:off x="-2423424" y="3690208"/>
                  <a:ext cx="166739" cy="218963"/>
                  <a:chOff x="12940828" y="3950597"/>
                  <a:chExt cx="432813" cy="568367"/>
                </a:xfrm>
              </p:grpSpPr>
              <p:grpSp>
                <p:nvGrpSpPr>
                  <p:cNvPr id="49" name="Groep 48">
                    <a:extLst>
                      <a:ext uri="{FF2B5EF4-FFF2-40B4-BE49-F238E27FC236}">
                        <a16:creationId xmlns:a16="http://schemas.microsoft.com/office/drawing/2014/main" id="{679B0120-0BC9-A876-9A6E-D105346CE23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000382" y="4006891"/>
                    <a:ext cx="373259" cy="315747"/>
                    <a:chOff x="12968836" y="3354170"/>
                    <a:chExt cx="404806" cy="342433"/>
                  </a:xfrm>
                </p:grpSpPr>
                <p:sp>
                  <p:nvSpPr>
                    <p:cNvPr id="51" name="Rechthoek: afgeronde hoeken 50">
                      <a:extLst>
                        <a:ext uri="{FF2B5EF4-FFF2-40B4-BE49-F238E27FC236}">
                          <a16:creationId xmlns:a16="http://schemas.microsoft.com/office/drawing/2014/main" id="{63908903-8036-9764-CC2D-B281EE0009F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68836" y="3354170"/>
                      <a:ext cx="404806" cy="342433"/>
                    </a:xfrm>
                    <a:prstGeom prst="roundRect">
                      <a:avLst>
                        <a:gd name="adj" fmla="val 2911"/>
                      </a:avLst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BF03DA37-232C-695C-5E95-04B68B68A84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25180" y="3401181"/>
                      <a:ext cx="305213" cy="41563"/>
                    </a:xfrm>
                    <a:prstGeom prst="rect">
                      <a:avLst/>
                    </a:prstGeom>
                    <a:solidFill>
                      <a:srgbClr val="D1D1D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Rechthoek 52">
                      <a:extLst>
                        <a:ext uri="{FF2B5EF4-FFF2-40B4-BE49-F238E27FC236}">
                          <a16:creationId xmlns:a16="http://schemas.microsoft.com/office/drawing/2014/main" id="{D18B8C05-2A79-63CE-788E-39CDF84642A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25181" y="3471575"/>
                      <a:ext cx="118778" cy="181691"/>
                    </a:xfrm>
                    <a:prstGeom prst="rect">
                      <a:avLst/>
                    </a:prstGeom>
                    <a:solidFill>
                      <a:srgbClr val="D1D1D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4" name="Rechthoek 53">
                      <a:extLst>
                        <a:ext uri="{FF2B5EF4-FFF2-40B4-BE49-F238E27FC236}">
                          <a16:creationId xmlns:a16="http://schemas.microsoft.com/office/drawing/2014/main" id="{EAA9B8E7-4873-E9CE-96CB-C87920FA7D4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180812" y="3481982"/>
                      <a:ext cx="135278" cy="21328"/>
                    </a:xfrm>
                    <a:prstGeom prst="rect">
                      <a:avLst/>
                    </a:prstGeom>
                    <a:solidFill>
                      <a:srgbClr val="B2B2B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5" name="Rechthoek 54">
                      <a:extLst>
                        <a:ext uri="{FF2B5EF4-FFF2-40B4-BE49-F238E27FC236}">
                          <a16:creationId xmlns:a16="http://schemas.microsoft.com/office/drawing/2014/main" id="{3513453A-C510-296C-6A2C-2171C528488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180812" y="3554800"/>
                      <a:ext cx="69418" cy="21328"/>
                    </a:xfrm>
                    <a:prstGeom prst="rect">
                      <a:avLst/>
                    </a:prstGeom>
                    <a:solidFill>
                      <a:srgbClr val="B2B2B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F69FE381-798D-DA9F-0D04-F3E3828082A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180812" y="3627618"/>
                      <a:ext cx="69418" cy="21328"/>
                    </a:xfrm>
                    <a:prstGeom prst="rect">
                      <a:avLst/>
                    </a:prstGeom>
                    <a:solidFill>
                      <a:srgbClr val="B2B2B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0" name="Boog 49">
                    <a:extLst>
                      <a:ext uri="{FF2B5EF4-FFF2-40B4-BE49-F238E27FC236}">
                        <a16:creationId xmlns:a16="http://schemas.microsoft.com/office/drawing/2014/main" id="{63DFF71F-EEAD-55AB-4A66-7AF36A50A0DB}"/>
                      </a:ext>
                    </a:extLst>
                  </p:cNvPr>
                  <p:cNvSpPr/>
                  <p:nvPr userDrawn="1"/>
                </p:nvSpPr>
                <p:spPr>
                  <a:xfrm rot="17637075">
                    <a:off x="12776155" y="4115270"/>
                    <a:ext cx="568367" cy="239021"/>
                  </a:xfrm>
                  <a:prstGeom prst="arc">
                    <a:avLst>
                      <a:gd name="adj1" fmla="val 15959368"/>
                      <a:gd name="adj2" fmla="val 1354623"/>
                    </a:avLst>
                  </a:prstGeom>
                  <a:noFill/>
                  <a:ln w="19050" cap="flat" cmpd="sng" algn="ctr">
                    <a:solidFill>
                      <a:srgbClr val="4D82B8"/>
                    </a:solidFill>
                    <a:prstDash val="solid"/>
                    <a:headEnd type="arrow" w="med" len="sm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6" name="Tekstvak 45">
                  <a:extLst>
                    <a:ext uri="{FF2B5EF4-FFF2-40B4-BE49-F238E27FC236}">
                      <a16:creationId xmlns:a16="http://schemas.microsoft.com/office/drawing/2014/main" id="{B8FDBD55-5F9D-AF8D-662F-F7A75226F2EA}"/>
                    </a:ext>
                  </a:extLst>
                </p:cNvPr>
                <p:cNvSpPr txBox="1"/>
                <p:nvPr userDrawn="1"/>
              </p:nvSpPr>
              <p:spPr>
                <a:xfrm>
                  <a:off x="-2245455" y="3460544"/>
                  <a:ext cx="896116" cy="13470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Indeling</a:t>
                  </a:r>
                </a:p>
              </p:txBody>
            </p:sp>
            <p:sp>
              <p:nvSpPr>
                <p:cNvPr id="47" name="Tekstvak 46">
                  <a:extLst>
                    <a:ext uri="{FF2B5EF4-FFF2-40B4-BE49-F238E27FC236}">
                      <a16:creationId xmlns:a16="http://schemas.microsoft.com/office/drawing/2014/main" id="{937C6011-AC2A-6536-8974-45663E053CE1}"/>
                    </a:ext>
                  </a:extLst>
                </p:cNvPr>
                <p:cNvSpPr txBox="1"/>
                <p:nvPr userDrawn="1"/>
              </p:nvSpPr>
              <p:spPr>
                <a:xfrm>
                  <a:off x="-2258884" y="3712980"/>
                  <a:ext cx="909545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Dia Herstellen</a:t>
                  </a:r>
                </a:p>
              </p:txBody>
            </p:sp>
            <p:sp>
              <p:nvSpPr>
                <p:cNvPr id="48" name="Vrije vorm: vorm 47">
                  <a:extLst>
                    <a:ext uri="{FF2B5EF4-FFF2-40B4-BE49-F238E27FC236}">
                      <a16:creationId xmlns:a16="http://schemas.microsoft.com/office/drawing/2014/main" id="{C11E561E-E52D-5B74-6446-A571751FCABE}"/>
                    </a:ext>
                  </a:extLst>
                </p:cNvPr>
                <p:cNvSpPr/>
                <p:nvPr userDrawn="1"/>
              </p:nvSpPr>
              <p:spPr>
                <a:xfrm>
                  <a:off x="-1360391" y="3783140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97" name="INSTRUCTIE">
            <a:extLst>
              <a:ext uri="{FF2B5EF4-FFF2-40B4-BE49-F238E27FC236}">
                <a16:creationId xmlns:a16="http://schemas.microsoft.com/office/drawing/2014/main" id="{D377EDF1-8E0D-F78E-9120-E34DAC94D54B}"/>
              </a:ext>
            </a:extLst>
          </p:cNvPr>
          <p:cNvGrpSpPr/>
          <p:nvPr userDrawn="1"/>
        </p:nvGrpSpPr>
        <p:grpSpPr>
          <a:xfrm>
            <a:off x="12274716" y="-1699419"/>
            <a:ext cx="3695970" cy="1515649"/>
            <a:chOff x="-3889316" y="-1699419"/>
            <a:chExt cx="3695970" cy="1515649"/>
          </a:xfrm>
        </p:grpSpPr>
        <p:sp>
          <p:nvSpPr>
            <p:cNvPr id="98" name="Rechthoek 97">
              <a:extLst>
                <a:ext uri="{FF2B5EF4-FFF2-40B4-BE49-F238E27FC236}">
                  <a16:creationId xmlns:a16="http://schemas.microsoft.com/office/drawing/2014/main" id="{A70024F3-DC0D-E44F-B82A-014E0A96A7C6}"/>
                </a:ext>
              </a:extLst>
            </p:cNvPr>
            <p:cNvSpPr/>
            <p:nvPr userDrawn="1"/>
          </p:nvSpPr>
          <p:spPr>
            <a:xfrm>
              <a:off x="-3786437" y="-1699419"/>
              <a:ext cx="3593091" cy="15156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DCF6F542-8984-25C3-91DE-372195E4C564}"/>
                </a:ext>
              </a:extLst>
            </p:cNvPr>
            <p:cNvSpPr/>
            <p:nvPr userDrawn="1"/>
          </p:nvSpPr>
          <p:spPr>
            <a:xfrm>
              <a:off x="-3603859" y="-1271906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toets. 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vervolgens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00" name="Gelijkbenige driehoek 99">
              <a:extLst>
                <a:ext uri="{FF2B5EF4-FFF2-40B4-BE49-F238E27FC236}">
                  <a16:creationId xmlns:a16="http://schemas.microsoft.com/office/drawing/2014/main" id="{C1FB1F11-9528-6EC8-3FF2-4C9B27A4FB45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783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mph" presetSubtype="0" accel="47000" decel="4700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9" dur="250" fill="hold"/>
                                        <p:tgtEl>
                                          <p:spTgt spid="84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mph" presetSubtype="0" accel="47000" decel="47000" autoRev="1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33" dur="250" fill="hold"/>
                                        <p:tgtEl>
                                          <p:spTgt spid="85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mph" presetSubtype="0" accel="47000" decel="47000" autoRev="1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38" dur="250" fill="hold"/>
                                        <p:tgtEl>
                                          <p:spTgt spid="86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mph" presetSubtype="0" accel="47000" decel="47000" autoRev="1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52" dur="250" fill="hold"/>
                                        <p:tgtEl>
                                          <p:spTgt spid="88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1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0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1" presetClass="entr" presetSubtype="1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1" animBg="1">
        <p:tmplLst>
          <p:tmpl>
            <p:tnLst>
              <p:par>
                <p:cTn presetID="6" presetClass="emph" presetSubtype="0" accel="47000" decel="47000" autoRev="1" fill="hold" nodeType="withEffect">
                  <p:stCondLst>
                    <p:cond delay="1000"/>
                  </p:stCondLst>
                  <p:childTnLst>
                    <p:animScale>
                      <p:cBhvr>
                        <p:cTn dur="250" fill="hold"/>
                        <p:tgtEl>
                          <p:spTgt spid="84"/>
                        </p:tgtEl>
                      </p:cBhvr>
                      <p:by x="80000" y="80000"/>
                    </p:animScale>
                  </p:childTnLst>
                </p:cTn>
              </p:par>
            </p:tnLst>
          </p:tmpl>
        </p:tmplLst>
      </p:bldP>
      <p:bldP spid="19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0" grpId="0" animBg="1">
        <p:tmplLst>
          <p:tmpl>
            <p:tnLst>
              <p:par>
                <p:cTn presetID="21" presetClass="entr" presetSubtype="1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500"/>
                        <p:tgtEl>
                          <p:spTgt spid="20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1" grpId="0" animBg="1">
        <p:tmplLst>
          <p:tmpl>
            <p:tnLst>
              <p:par>
                <p:cTn presetID="21" presetClass="entr" presetSubtype="1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500"/>
                        <p:tgtEl>
                          <p:spTgt spid="20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6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6" grpId="1" animBg="1">
        <p:tmplLst>
          <p:tmpl>
            <p:tnLst>
              <p:par>
                <p:cTn presetID="6" presetClass="emph" presetSubtype="0" accel="47000" decel="47000" autoRev="1" fill="hold" nodeType="withEffect">
                  <p:stCondLst>
                    <p:cond delay="1500"/>
                  </p:stCondLst>
                  <p:childTnLst>
                    <p:animScale>
                      <p:cBhvr>
                        <p:cTn dur="250" fill="hold"/>
                        <p:tgtEl>
                          <p:spTgt spid="86"/>
                        </p:tgtEl>
                      </p:cBhvr>
                      <p:by x="80000" y="80000"/>
                    </p:animScale>
                  </p:childTnLst>
                </p:cTn>
              </p:par>
            </p:tnLst>
          </p:tmpl>
        </p:tmplLst>
      </p:bldP>
      <p:bldP spid="202" grpId="0" animBg="1">
        <p:tmplLst>
          <p:tmpl>
            <p:tnLst>
              <p:par>
                <p:cTn presetID="21" presetClass="entr" presetSubtype="1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500"/>
                        <p:tgtEl>
                          <p:spTgt spid="20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1" animBg="1">
        <p:tmplLst>
          <p:tmpl>
            <p:tnLst>
              <p:par>
                <p:cTn presetID="6" presetClass="emph" presetSubtype="0" accel="47000" decel="47000" autoRev="1" fill="hold" nodeType="withEffect">
                  <p:stCondLst>
                    <p:cond delay="1250"/>
                  </p:stCondLst>
                  <p:childTnLst>
                    <p:animScale>
                      <p:cBhvr>
                        <p:cTn dur="250" fill="hold"/>
                        <p:tgtEl>
                          <p:spTgt spid="85"/>
                        </p:tgtEl>
                      </p:cBhvr>
                      <p:by x="80000" y="80000"/>
                    </p:animScale>
                  </p:childTnLst>
                </p:cTn>
              </p:par>
            </p:tnLst>
          </p:tmpl>
        </p:tmplLst>
      </p:bldP>
      <p:bldP spid="88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8" grpId="1" animBg="1">
        <p:tmplLst>
          <p:tmpl>
            <p:tnLst>
              <p:par>
                <p:cTn presetID="6" presetClass="emph" presetSubtype="0" accel="47000" decel="47000" autoRev="1" fill="hold" nodeType="withEffect">
                  <p:stCondLst>
                    <p:cond delay="1750"/>
                  </p:stCondLst>
                  <p:childTnLst>
                    <p:animScale>
                      <p:cBhvr>
                        <p:cTn dur="250" fill="hold"/>
                        <p:tgtEl>
                          <p:spTgt spid="88"/>
                        </p:tgtEl>
                      </p:cBhvr>
                      <p:by x="80000" y="80000"/>
                    </p:animScale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DACAE067-18B4-C261-2EF4-8D5B15A1DD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3000">
                <a:srgbClr val="222D47"/>
              </a:gs>
              <a:gs pos="57000">
                <a:srgbClr val="2C3C51"/>
              </a:gs>
              <a:gs pos="72000">
                <a:srgbClr val="3D5762"/>
              </a:gs>
              <a:gs pos="87000">
                <a:srgbClr val="5B867F"/>
              </a:gs>
              <a:gs pos="33000">
                <a:schemeClr val="accent1"/>
              </a:gs>
              <a:gs pos="100000">
                <a:srgbClr val="84C5A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34" name="Rechthoek 33">
            <a:extLst>
              <a:ext uri="{FF2B5EF4-FFF2-40B4-BE49-F238E27FC236}">
                <a16:creationId xmlns:a16="http://schemas.microsoft.com/office/drawing/2014/main" id="{CC09CA90-1A9B-6BE3-1487-423CC0B9C2C8}"/>
              </a:ext>
            </a:extLst>
          </p:cNvPr>
          <p:cNvSpPr/>
          <p:nvPr userDrawn="1"/>
        </p:nvSpPr>
        <p:spPr>
          <a:xfrm>
            <a:off x="0" y="-425941"/>
            <a:ext cx="153471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>
                <a:solidFill>
                  <a:schemeClr val="accent3"/>
                </a:solidFill>
                <a:latin typeface="+mj-lt"/>
              </a:rPr>
              <a:t>Logo placeholder</a:t>
            </a:r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44558B0D-C901-A606-43E3-44A528F359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90472" y="2725504"/>
            <a:ext cx="4416500" cy="1390664"/>
          </a:xfrm>
          <a:noFill/>
        </p:spPr>
        <p:txBody>
          <a:bodyPr lIns="360000" tIns="28800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op onderstaand pictogram </a:t>
            </a:r>
            <a:br>
              <a:rPr lang="nl-NL"/>
            </a:br>
            <a:r>
              <a:rPr lang="nl-NL"/>
              <a:t>om een logo in te voegen</a:t>
            </a:r>
          </a:p>
        </p:txBody>
      </p:sp>
    </p:spTree>
    <p:extLst>
      <p:ext uri="{BB962C8B-B14F-4D97-AF65-F5344CB8AC3E}">
        <p14:creationId xmlns:p14="http://schemas.microsoft.com/office/powerpoint/2010/main" val="197891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- 1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A3C4DA-C4E4-BC6E-140C-36AF5CE870B6}"/>
              </a:ext>
            </a:extLst>
          </p:cNvPr>
          <p:cNvSpPr/>
          <p:nvPr userDrawn="1"/>
        </p:nvSpPr>
        <p:spPr>
          <a:xfrm>
            <a:off x="766222" y="0"/>
            <a:ext cx="11425778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D9DC8CE-6A61-D4ED-E94F-81F28C671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619" y="1144512"/>
            <a:ext cx="9898159" cy="2769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defRPr sz="1800" b="0" i="0" spc="0" baseline="0">
                <a:solidFill>
                  <a:srgbClr val="212B46"/>
                </a:solidFill>
                <a:latin typeface="Plus Jakarta Sans Medium" pitchFamily="2" charset="77"/>
                <a:cs typeface="Plus Jakarta Sans Medium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4B5846D-A33D-8548-B84B-14AD5F39F1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7620" y="1906008"/>
            <a:ext cx="9898159" cy="4061312"/>
          </a:xfrm>
          <a:prstGeom prst="rect">
            <a:avLst/>
          </a:prstGeom>
        </p:spPr>
        <p:txBody>
          <a:bodyPr lIns="0" tIns="0" rIns="0" bIns="0" numCol="1">
            <a:noAutofit/>
          </a:bodyPr>
          <a:lstStyle>
            <a:lvl1pPr marL="0" indent="0">
              <a:lnSpc>
                <a:spcPct val="120000"/>
              </a:lnSpc>
              <a:buNone/>
              <a:defRPr sz="900" b="0" i="0">
                <a:solidFill>
                  <a:srgbClr val="181818"/>
                </a:solidFill>
                <a:effectLst/>
                <a:latin typeface="Plus Jakarta Sans Light" pitchFamily="2" charset="77"/>
                <a:cs typeface="Plus Jakarta Sans Light" pitchFamily="2" charset="77"/>
              </a:defRPr>
            </a:lvl1pPr>
            <a:lvl2pPr marL="228554" indent="0">
              <a:lnSpc>
                <a:spcPct val="120000"/>
              </a:lnSpc>
              <a:buNone/>
              <a:defRPr sz="900" b="0" i="0">
                <a:solidFill>
                  <a:srgbClr val="181818"/>
                </a:solidFill>
                <a:effectLst/>
                <a:latin typeface="Plus Jakarta Sans Light" pitchFamily="2" charset="77"/>
                <a:cs typeface="Plus Jakarta Sans Light" pitchFamily="2" charset="77"/>
              </a:defRPr>
            </a:lvl2pPr>
            <a:lvl3pPr marL="457109" indent="0">
              <a:lnSpc>
                <a:spcPct val="120000"/>
              </a:lnSpc>
              <a:buNone/>
              <a:defRPr sz="900" b="0" i="0">
                <a:solidFill>
                  <a:srgbClr val="181818"/>
                </a:solidFill>
                <a:effectLst/>
                <a:latin typeface="Plus Jakarta Sans Light" pitchFamily="2" charset="77"/>
                <a:cs typeface="Plus Jakarta Sans Light" pitchFamily="2" charset="77"/>
              </a:defRPr>
            </a:lvl3pPr>
            <a:lvl4pPr marL="685663" indent="0">
              <a:lnSpc>
                <a:spcPct val="120000"/>
              </a:lnSpc>
              <a:buNone/>
              <a:defRPr sz="900" b="0" i="0">
                <a:solidFill>
                  <a:srgbClr val="181818"/>
                </a:solidFill>
                <a:effectLst/>
                <a:latin typeface="Plus Jakarta Sans Light" pitchFamily="2" charset="77"/>
                <a:cs typeface="Plus Jakarta Sans Light" pitchFamily="2" charset="77"/>
              </a:defRPr>
            </a:lvl4pPr>
            <a:lvl5pPr marL="914217" indent="0">
              <a:lnSpc>
                <a:spcPct val="120000"/>
              </a:lnSpc>
              <a:buNone/>
              <a:defRPr sz="900" b="0" i="0">
                <a:solidFill>
                  <a:srgbClr val="181818"/>
                </a:solidFill>
                <a:effectLst/>
                <a:latin typeface="Plus Jakarta Sans Light" pitchFamily="2" charset="77"/>
                <a:cs typeface="Plus Jakarta Sans Light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A3B2149-7949-644B-A92A-3D0B082C1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7619" y="655315"/>
            <a:ext cx="8375365" cy="1661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1200" b="0" i="0" spc="25" baseline="0">
                <a:solidFill>
                  <a:srgbClr val="60D394"/>
                </a:solidFill>
                <a:latin typeface="Plus Jakarta Sans Medium" pitchFamily="2" charset="77"/>
                <a:cs typeface="Plus Jakarta Sans Medium" pitchFamily="2" charset="77"/>
              </a:defRPr>
            </a:lvl1pPr>
            <a:lvl2pPr marL="228554" indent="0">
              <a:buNone/>
              <a:defRPr>
                <a:solidFill>
                  <a:srgbClr val="66E09F"/>
                </a:solidFill>
              </a:defRPr>
            </a:lvl2pPr>
            <a:lvl3pPr marL="457109" indent="0">
              <a:buNone/>
              <a:defRPr>
                <a:solidFill>
                  <a:srgbClr val="66E09F"/>
                </a:solidFill>
              </a:defRPr>
            </a:lvl3pPr>
            <a:lvl4pPr marL="685663" indent="0">
              <a:buNone/>
              <a:defRPr>
                <a:solidFill>
                  <a:srgbClr val="66E09F"/>
                </a:solidFill>
              </a:defRPr>
            </a:lvl4pPr>
            <a:lvl5pPr marL="914217" indent="0">
              <a:buNone/>
              <a:defRPr>
                <a:solidFill>
                  <a:srgbClr val="66E09F"/>
                </a:solidFill>
              </a:defRPr>
            </a:lvl5pPr>
          </a:lstStyle>
          <a:p>
            <a:pPr lvl="0"/>
            <a:endParaRPr lang="en-NL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39FA93A-3C27-6BB8-6442-20FF822C9A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940" y="3280500"/>
            <a:ext cx="288227" cy="297000"/>
          </a:xfrm>
          <a:prstGeom prst="rect">
            <a:avLst/>
          </a:prstGeom>
        </p:spPr>
      </p:pic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41580C83-27DD-B11B-1C3E-BDB5F63A2B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7619" y="6221152"/>
            <a:ext cx="4060783" cy="636848"/>
          </a:xfrm>
          <a:prstGeom prst="rect">
            <a:avLst/>
          </a:prstGeom>
        </p:spPr>
        <p:txBody>
          <a:bodyPr/>
          <a:lstStyle>
            <a:lvl1pPr>
              <a:defRPr sz="600" b="0" i="0">
                <a:latin typeface="Plus Jakarta Sans Light" pitchFamily="2" charset="77"/>
                <a:cs typeface="Plus Jakarta Sans Light" pitchFamily="2" charset="77"/>
              </a:defRPr>
            </a:lvl1pPr>
          </a:lstStyle>
          <a:p>
            <a:endParaRPr lang="en-NL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58FCED98-BDAF-1140-5010-712D7936A7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171979" y="6221152"/>
            <a:ext cx="761397" cy="63684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sz="600" b="0" i="0">
                <a:latin typeface="Plus Jakarta Sans Light" pitchFamily="2" charset="77"/>
                <a:cs typeface="Plus Jakarta Sans Light" pitchFamily="2" charset="77"/>
              </a:defRPr>
            </a:lvl1pPr>
          </a:lstStyle>
          <a:p>
            <a:pPr lvl="0"/>
            <a:fld id="{E5D376B9-E06C-BC48-AAC9-EA00DEFDA1F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364684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INSTRUC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5CA18EC4-804D-4808-8B65-E52021455D69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nl-NL" sz="1600" cap="all" baseline="0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2" name="DARKGREY">
            <a:extLst>
              <a:ext uri="{FF2B5EF4-FFF2-40B4-BE49-F238E27FC236}">
                <a16:creationId xmlns:a16="http://schemas.microsoft.com/office/drawing/2014/main" id="{D3243535-34CE-4992-8CA7-03EA29485429}"/>
              </a:ext>
            </a:extLst>
          </p:cNvPr>
          <p:cNvSpPr/>
          <p:nvPr userDrawn="1"/>
        </p:nvSpPr>
        <p:spPr>
          <a:xfrm>
            <a:off x="0" y="1"/>
            <a:ext cx="5929395" cy="6866964"/>
          </a:xfrm>
          <a:custGeom>
            <a:avLst/>
            <a:gdLst>
              <a:gd name="connsiteX0" fmla="*/ 0 w 5929395"/>
              <a:gd name="connsiteY0" fmla="*/ 0 h 6866964"/>
              <a:gd name="connsiteX1" fmla="*/ 1174299 w 5929395"/>
              <a:gd name="connsiteY1" fmla="*/ 0 h 6866964"/>
              <a:gd name="connsiteX2" fmla="*/ 4022448 w 5929395"/>
              <a:gd name="connsiteY2" fmla="*/ 0 h 6866964"/>
              <a:gd name="connsiteX3" fmla="*/ 5196747 w 5929395"/>
              <a:gd name="connsiteY3" fmla="*/ 0 h 6866964"/>
              <a:gd name="connsiteX4" fmla="*/ 5271120 w 5929395"/>
              <a:gd name="connsiteY4" fmla="*/ 145212 h 6866964"/>
              <a:gd name="connsiteX5" fmla="*/ 5929395 w 5929395"/>
              <a:gd name="connsiteY5" fmla="*/ 3039309 h 6866964"/>
              <a:gd name="connsiteX6" fmla="*/ 4789327 w 5929395"/>
              <a:gd name="connsiteY6" fmla="*/ 6771635 h 6866964"/>
              <a:gd name="connsiteX7" fmla="*/ 4721537 w 5929395"/>
              <a:gd name="connsiteY7" fmla="*/ 6866964 h 6866964"/>
              <a:gd name="connsiteX8" fmla="*/ 3547238 w 5929395"/>
              <a:gd name="connsiteY8" fmla="*/ 6866964 h 6866964"/>
              <a:gd name="connsiteX9" fmla="*/ 1174299 w 5929395"/>
              <a:gd name="connsiteY9" fmla="*/ 6866964 h 6866964"/>
              <a:gd name="connsiteX10" fmla="*/ 0 w 5929395"/>
              <a:gd name="connsiteY10" fmla="*/ 6866964 h 6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29395" h="6866964">
                <a:moveTo>
                  <a:pt x="0" y="0"/>
                </a:moveTo>
                <a:lnTo>
                  <a:pt x="1174299" y="0"/>
                </a:lnTo>
                <a:lnTo>
                  <a:pt x="4022448" y="0"/>
                </a:lnTo>
                <a:lnTo>
                  <a:pt x="5196747" y="0"/>
                </a:lnTo>
                <a:lnTo>
                  <a:pt x="5271120" y="145212"/>
                </a:lnTo>
                <a:cubicBezTo>
                  <a:pt x="5692983" y="1020720"/>
                  <a:pt x="5929395" y="2002406"/>
                  <a:pt x="5929395" y="3039309"/>
                </a:cubicBezTo>
                <a:cubicBezTo>
                  <a:pt x="5929395" y="4421847"/>
                  <a:pt x="5509107" y="5706221"/>
                  <a:pt x="4789327" y="6771635"/>
                </a:cubicBezTo>
                <a:lnTo>
                  <a:pt x="4721537" y="6866964"/>
                </a:lnTo>
                <a:lnTo>
                  <a:pt x="3547238" y="6866964"/>
                </a:lnTo>
                <a:lnTo>
                  <a:pt x="1174299" y="6866964"/>
                </a:lnTo>
                <a:lnTo>
                  <a:pt x="0" y="6866964"/>
                </a:lnTo>
                <a:close/>
              </a:path>
            </a:pathLst>
          </a:custGeom>
          <a:solidFill>
            <a:srgbClr val="211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nl-NL" noProof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2" name="Titel 1">
            <a:extLst>
              <a:ext uri="{FF2B5EF4-FFF2-40B4-BE49-F238E27FC236}">
                <a16:creationId xmlns:a16="http://schemas.microsoft.com/office/drawing/2014/main" id="{D4CD8423-CE25-4486-B727-75B9DC6C1653}"/>
              </a:ext>
            </a:extLst>
          </p:cNvPr>
          <p:cNvSpPr txBox="1">
            <a:spLocks/>
          </p:cNvSpPr>
          <p:nvPr userDrawn="1"/>
        </p:nvSpPr>
        <p:spPr>
          <a:xfrm>
            <a:off x="1221298" y="1214470"/>
            <a:ext cx="5624670" cy="65795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000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0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Video</a:t>
            </a:r>
            <a:br>
              <a:rPr kumimoji="0" lang="nl-NL" sz="30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</a:br>
            <a:r>
              <a:rPr kumimoji="0" lang="nl-NL" sz="30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Instructies</a:t>
            </a:r>
          </a:p>
        </p:txBody>
      </p:sp>
      <p:grpSp>
        <p:nvGrpSpPr>
          <p:cNvPr id="633" name="P">
            <a:extLst>
              <a:ext uri="{FF2B5EF4-FFF2-40B4-BE49-F238E27FC236}">
                <a16:creationId xmlns:a16="http://schemas.microsoft.com/office/drawing/2014/main" id="{11A8826A-2199-4656-B538-A6A242F6B3E0}"/>
              </a:ext>
            </a:extLst>
          </p:cNvPr>
          <p:cNvGrpSpPr/>
          <p:nvPr userDrawn="1"/>
        </p:nvGrpSpPr>
        <p:grpSpPr>
          <a:xfrm>
            <a:off x="970649" y="720000"/>
            <a:ext cx="360000" cy="360000"/>
            <a:chOff x="2399038" y="2408969"/>
            <a:chExt cx="2162441" cy="2140423"/>
          </a:xfrm>
          <a:solidFill>
            <a:srgbClr val="1FF524"/>
          </a:solidFill>
        </p:grpSpPr>
        <p:sp>
          <p:nvSpPr>
            <p:cNvPr id="634" name="Rechthoekige driehoek 633">
              <a:extLst>
                <a:ext uri="{FF2B5EF4-FFF2-40B4-BE49-F238E27FC236}">
                  <a16:creationId xmlns:a16="http://schemas.microsoft.com/office/drawing/2014/main" id="{21F376FD-EE25-4C84-A7D5-8BDDC9CA2793}"/>
                </a:ext>
              </a:extLst>
            </p:cNvPr>
            <p:cNvSpPr/>
            <p:nvPr userDrawn="1"/>
          </p:nvSpPr>
          <p:spPr>
            <a:xfrm rot="5400000">
              <a:off x="2399038" y="3107765"/>
              <a:ext cx="1441627" cy="1441627"/>
            </a:xfrm>
            <a:prstGeom prst="rtTriangle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635" name="Rechthoek 634">
              <a:extLst>
                <a:ext uri="{FF2B5EF4-FFF2-40B4-BE49-F238E27FC236}">
                  <a16:creationId xmlns:a16="http://schemas.microsoft.com/office/drawing/2014/main" id="{EF19989B-661F-4E85-941B-A3376877AE85}"/>
                </a:ext>
              </a:extLst>
            </p:cNvPr>
            <p:cNvSpPr/>
            <p:nvPr userDrawn="1"/>
          </p:nvSpPr>
          <p:spPr>
            <a:xfrm>
              <a:off x="2399038" y="2408969"/>
              <a:ext cx="1441627" cy="1441627"/>
            </a:xfrm>
            <a:prstGeom prst="rect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636" name="Ovaal 635">
              <a:extLst>
                <a:ext uri="{FF2B5EF4-FFF2-40B4-BE49-F238E27FC236}">
                  <a16:creationId xmlns:a16="http://schemas.microsoft.com/office/drawing/2014/main" id="{4384074F-4768-403C-ADBC-7DBE74BCE80C}"/>
                </a:ext>
              </a:extLst>
            </p:cNvPr>
            <p:cNvSpPr/>
            <p:nvPr userDrawn="1"/>
          </p:nvSpPr>
          <p:spPr>
            <a:xfrm>
              <a:off x="3119852" y="2408969"/>
              <a:ext cx="1441627" cy="1441627"/>
            </a:xfrm>
            <a:prstGeom prst="ellipse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5" name="Stap1">
            <a:extLst>
              <a:ext uri="{FF2B5EF4-FFF2-40B4-BE49-F238E27FC236}">
                <a16:creationId xmlns:a16="http://schemas.microsoft.com/office/drawing/2014/main" id="{9C6149D9-997D-4314-A6EC-03840C4797E9}"/>
              </a:ext>
            </a:extLst>
          </p:cNvPr>
          <p:cNvGrpSpPr/>
          <p:nvPr userDrawn="1"/>
        </p:nvGrpSpPr>
        <p:grpSpPr>
          <a:xfrm>
            <a:off x="1300305" y="2234539"/>
            <a:ext cx="2203948" cy="1470759"/>
            <a:chOff x="780279" y="2978657"/>
            <a:chExt cx="2203948" cy="1470759"/>
          </a:xfrm>
        </p:grpSpPr>
        <p:sp>
          <p:nvSpPr>
            <p:cNvPr id="742" name="Ovaal 741">
              <a:extLst>
                <a:ext uri="{FF2B5EF4-FFF2-40B4-BE49-F238E27FC236}">
                  <a16:creationId xmlns:a16="http://schemas.microsoft.com/office/drawing/2014/main" id="{8E329F93-40A5-485F-8021-52001181DD33}"/>
                </a:ext>
              </a:extLst>
            </p:cNvPr>
            <p:cNvSpPr/>
            <p:nvPr userDrawn="1"/>
          </p:nvSpPr>
          <p:spPr>
            <a:xfrm>
              <a:off x="1406479" y="2978657"/>
              <a:ext cx="981962" cy="981962"/>
            </a:xfrm>
            <a:prstGeom prst="ellipse">
              <a:avLst/>
            </a:prstGeom>
            <a:solidFill>
              <a:srgbClr val="DADA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nl-NL" noProof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05" name="Groep 704">
              <a:extLst>
                <a:ext uri="{FF2B5EF4-FFF2-40B4-BE49-F238E27FC236}">
                  <a16:creationId xmlns:a16="http://schemas.microsoft.com/office/drawing/2014/main" id="{018778BD-7DD7-4910-9C67-09774513E9FE}"/>
                </a:ext>
              </a:extLst>
            </p:cNvPr>
            <p:cNvGrpSpPr/>
            <p:nvPr/>
          </p:nvGrpSpPr>
          <p:grpSpPr>
            <a:xfrm>
              <a:off x="1661474" y="3233652"/>
              <a:ext cx="471972" cy="471972"/>
              <a:chOff x="10421082" y="2181032"/>
              <a:chExt cx="571312" cy="571312"/>
            </a:xfrm>
          </p:grpSpPr>
          <p:sp>
            <p:nvSpPr>
              <p:cNvPr id="711" name="Rechthoek: afgeronde hoeken 710">
                <a:extLst>
                  <a:ext uri="{FF2B5EF4-FFF2-40B4-BE49-F238E27FC236}">
                    <a16:creationId xmlns:a16="http://schemas.microsoft.com/office/drawing/2014/main" id="{AF738125-1EDA-40AE-A8B9-EC5B2E4AC42D}"/>
                  </a:ext>
                </a:extLst>
              </p:cNvPr>
              <p:cNvSpPr/>
              <p:nvPr/>
            </p:nvSpPr>
            <p:spPr>
              <a:xfrm>
                <a:off x="10421082" y="2181032"/>
                <a:ext cx="571312" cy="571312"/>
              </a:xfrm>
              <a:prstGeom prst="roundRect">
                <a:avLst>
                  <a:gd name="adj" fmla="val 11982"/>
                </a:avLst>
              </a:prstGeom>
              <a:solidFill>
                <a:srgbClr val="FFFFFF"/>
              </a:solidFill>
              <a:ln w="19050">
                <a:solidFill>
                  <a:srgbClr val="9D9FA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712" name="Groep 711">
                <a:extLst>
                  <a:ext uri="{FF2B5EF4-FFF2-40B4-BE49-F238E27FC236}">
                    <a16:creationId xmlns:a16="http://schemas.microsoft.com/office/drawing/2014/main" id="{4613BBC8-F6F7-493E-8CBE-A46F5AC09EB5}"/>
                  </a:ext>
                </a:extLst>
              </p:cNvPr>
              <p:cNvGrpSpPr/>
              <p:nvPr/>
            </p:nvGrpSpPr>
            <p:grpSpPr>
              <a:xfrm>
                <a:off x="10528019" y="2301747"/>
                <a:ext cx="357438" cy="329883"/>
                <a:chOff x="9358062" y="821056"/>
                <a:chExt cx="357438" cy="329883"/>
              </a:xfrm>
              <a:solidFill>
                <a:srgbClr val="211F26"/>
              </a:solidFill>
            </p:grpSpPr>
            <p:sp>
              <p:nvSpPr>
                <p:cNvPr id="713" name="Rechthoek 712">
                  <a:extLst>
                    <a:ext uri="{FF2B5EF4-FFF2-40B4-BE49-F238E27FC236}">
                      <a16:creationId xmlns:a16="http://schemas.microsoft.com/office/drawing/2014/main" id="{FBADBFD8-8089-438A-9E94-D7110F5A4854}"/>
                    </a:ext>
                  </a:extLst>
                </p:cNvPr>
                <p:cNvSpPr/>
                <p:nvPr/>
              </p:nvSpPr>
              <p:spPr>
                <a:xfrm>
                  <a:off x="9358062" y="821056"/>
                  <a:ext cx="357438" cy="45719"/>
                </a:xfrm>
                <a:prstGeom prst="rect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714" name="Rechthoek 713">
                  <a:extLst>
                    <a:ext uri="{FF2B5EF4-FFF2-40B4-BE49-F238E27FC236}">
                      <a16:creationId xmlns:a16="http://schemas.microsoft.com/office/drawing/2014/main" id="{762F7426-044B-41A5-84C6-428FECA55C01}"/>
                    </a:ext>
                  </a:extLst>
                </p:cNvPr>
                <p:cNvSpPr/>
                <p:nvPr/>
              </p:nvSpPr>
              <p:spPr>
                <a:xfrm>
                  <a:off x="9453407" y="896460"/>
                  <a:ext cx="166748" cy="37785"/>
                </a:xfrm>
                <a:prstGeom prst="rect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715" name="Rechthoek 714">
                  <a:extLst>
                    <a:ext uri="{FF2B5EF4-FFF2-40B4-BE49-F238E27FC236}">
                      <a16:creationId xmlns:a16="http://schemas.microsoft.com/office/drawing/2014/main" id="{F0F403DC-A4F9-4F39-BC4B-69CE135019A7}"/>
                    </a:ext>
                  </a:extLst>
                </p:cNvPr>
                <p:cNvSpPr/>
                <p:nvPr/>
              </p:nvSpPr>
              <p:spPr>
                <a:xfrm>
                  <a:off x="9474141" y="1113154"/>
                  <a:ext cx="125280" cy="37785"/>
                </a:xfrm>
                <a:prstGeom prst="rect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716" name="Rechthoek 715">
                  <a:extLst>
                    <a:ext uri="{FF2B5EF4-FFF2-40B4-BE49-F238E27FC236}">
                      <a16:creationId xmlns:a16="http://schemas.microsoft.com/office/drawing/2014/main" id="{BC0F0DFA-B055-4E9C-BD20-CB95631D2AEA}"/>
                    </a:ext>
                  </a:extLst>
                </p:cNvPr>
                <p:cNvSpPr/>
                <p:nvPr/>
              </p:nvSpPr>
              <p:spPr>
                <a:xfrm rot="16200000">
                  <a:off x="9489719" y="1048860"/>
                  <a:ext cx="94125" cy="37785"/>
                </a:xfrm>
                <a:prstGeom prst="rect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717" name="Rechthoek 716">
                  <a:extLst>
                    <a:ext uri="{FF2B5EF4-FFF2-40B4-BE49-F238E27FC236}">
                      <a16:creationId xmlns:a16="http://schemas.microsoft.com/office/drawing/2014/main" id="{3E3EC99D-3A43-4424-AA09-7FF1547DAE5D}"/>
                    </a:ext>
                  </a:extLst>
                </p:cNvPr>
                <p:cNvSpPr/>
                <p:nvPr/>
              </p:nvSpPr>
              <p:spPr>
                <a:xfrm>
                  <a:off x="9389079" y="1009965"/>
                  <a:ext cx="295404" cy="37785"/>
                </a:xfrm>
                <a:prstGeom prst="rect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718" name="Rechthoek 717">
                  <a:extLst>
                    <a:ext uri="{FF2B5EF4-FFF2-40B4-BE49-F238E27FC236}">
                      <a16:creationId xmlns:a16="http://schemas.microsoft.com/office/drawing/2014/main" id="{17EBF3AF-9FE9-4729-A1B3-AEC6395C1539}"/>
                    </a:ext>
                  </a:extLst>
                </p:cNvPr>
                <p:cNvSpPr/>
                <p:nvPr/>
              </p:nvSpPr>
              <p:spPr>
                <a:xfrm rot="16200000">
                  <a:off x="9297001" y="917887"/>
                  <a:ext cx="221941" cy="37785"/>
                </a:xfrm>
                <a:prstGeom prst="rect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719" name="Rechthoek 718">
                  <a:extLst>
                    <a:ext uri="{FF2B5EF4-FFF2-40B4-BE49-F238E27FC236}">
                      <a16:creationId xmlns:a16="http://schemas.microsoft.com/office/drawing/2014/main" id="{2BA24BD0-E57C-4182-A2A7-A9AA0A4B9960}"/>
                    </a:ext>
                  </a:extLst>
                </p:cNvPr>
                <p:cNvSpPr/>
                <p:nvPr/>
              </p:nvSpPr>
              <p:spPr>
                <a:xfrm rot="16200000">
                  <a:off x="9554620" y="917887"/>
                  <a:ext cx="221941" cy="37785"/>
                </a:xfrm>
                <a:prstGeom prst="rect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740" name="H2">
              <a:hlinkClick r:id="" action="ppaction://noaction"/>
              <a:extLst>
                <a:ext uri="{FF2B5EF4-FFF2-40B4-BE49-F238E27FC236}">
                  <a16:creationId xmlns:a16="http://schemas.microsoft.com/office/drawing/2014/main" id="{1CBC3C9F-BADA-45A4-830B-C1428D2176AC}"/>
                </a:ext>
              </a:extLst>
            </p:cNvPr>
            <p:cNvSpPr txBox="1"/>
            <p:nvPr userDrawn="1"/>
          </p:nvSpPr>
          <p:spPr>
            <a:xfrm>
              <a:off x="780279" y="4035306"/>
              <a:ext cx="2203948" cy="41411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 defTabSz="1217512"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kern="1200" noProof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Open deze dia in</a:t>
              </a:r>
              <a:br>
                <a:rPr lang="nl-NL" sz="1200" kern="1200" noProof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nl-NL" sz="1200" kern="1200" noProof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 diavoorstelling (Shift+F5)</a:t>
              </a:r>
            </a:p>
            <a:p>
              <a:pPr algn="ctr" defTabSz="1217512">
                <a:spcBef>
                  <a:spcPts val="600"/>
                </a:spcBef>
                <a:spcAft>
                  <a:spcPts val="600"/>
                </a:spcAft>
              </a:pPr>
              <a:endParaRPr lang="nl-NL" sz="1200" kern="1200" noProof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" name="Stap2">
            <a:extLst>
              <a:ext uri="{FF2B5EF4-FFF2-40B4-BE49-F238E27FC236}">
                <a16:creationId xmlns:a16="http://schemas.microsoft.com/office/drawing/2014/main" id="{9D2AC736-04D8-44CB-8FB9-D9FFC2342A17}"/>
              </a:ext>
            </a:extLst>
          </p:cNvPr>
          <p:cNvGrpSpPr/>
          <p:nvPr userDrawn="1"/>
        </p:nvGrpSpPr>
        <p:grpSpPr>
          <a:xfrm>
            <a:off x="1300305" y="4523853"/>
            <a:ext cx="2203948" cy="1500295"/>
            <a:chOff x="780279" y="4901205"/>
            <a:chExt cx="2203948" cy="1500295"/>
          </a:xfrm>
        </p:grpSpPr>
        <p:sp>
          <p:nvSpPr>
            <p:cNvPr id="743" name="Ovaal 742">
              <a:extLst>
                <a:ext uri="{FF2B5EF4-FFF2-40B4-BE49-F238E27FC236}">
                  <a16:creationId xmlns:a16="http://schemas.microsoft.com/office/drawing/2014/main" id="{9EC0D500-AF1F-45A8-B358-01D4CC3288D2}"/>
                </a:ext>
              </a:extLst>
            </p:cNvPr>
            <p:cNvSpPr/>
            <p:nvPr userDrawn="1"/>
          </p:nvSpPr>
          <p:spPr>
            <a:xfrm>
              <a:off x="1406479" y="4901205"/>
              <a:ext cx="981962" cy="981962"/>
            </a:xfrm>
            <a:prstGeom prst="ellipse">
              <a:avLst/>
            </a:prstGeom>
            <a:solidFill>
              <a:srgbClr val="DADA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nl-NL" noProof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06" name="Groep 705">
              <a:extLst>
                <a:ext uri="{FF2B5EF4-FFF2-40B4-BE49-F238E27FC236}">
                  <a16:creationId xmlns:a16="http://schemas.microsoft.com/office/drawing/2014/main" id="{B0734689-0ABD-4B4D-B9AB-002F798F6DA4}"/>
                </a:ext>
              </a:extLst>
            </p:cNvPr>
            <p:cNvGrpSpPr/>
            <p:nvPr/>
          </p:nvGrpSpPr>
          <p:grpSpPr>
            <a:xfrm flipH="1">
              <a:off x="1661474" y="5156200"/>
              <a:ext cx="471972" cy="471972"/>
              <a:chOff x="4745736" y="3105431"/>
              <a:chExt cx="576000" cy="576000"/>
            </a:xfrm>
          </p:grpSpPr>
          <p:sp>
            <p:nvSpPr>
              <p:cNvPr id="707" name="Rechthoek: met één afgeronde hoek 706">
                <a:extLst>
                  <a:ext uri="{FF2B5EF4-FFF2-40B4-BE49-F238E27FC236}">
                    <a16:creationId xmlns:a16="http://schemas.microsoft.com/office/drawing/2014/main" id="{91126927-05EF-4C73-B5AF-F1F87228A574}"/>
                  </a:ext>
                </a:extLst>
              </p:cNvPr>
              <p:cNvSpPr/>
              <p:nvPr/>
            </p:nvSpPr>
            <p:spPr>
              <a:xfrm>
                <a:off x="4745736" y="3105431"/>
                <a:ext cx="576000" cy="576000"/>
              </a:xfrm>
              <a:prstGeom prst="round1Rect">
                <a:avLst>
                  <a:gd name="adj" fmla="val 50000"/>
                </a:avLst>
              </a:prstGeom>
              <a:solidFill>
                <a:srgbClr val="FFFFFF"/>
              </a:solidFill>
              <a:ln w="25400">
                <a:solidFill>
                  <a:srgbClr val="9D9FA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72000" rtlCol="0" anchor="ctr"/>
              <a:lstStyle/>
              <a:p>
                <a:pPr algn="ctr"/>
                <a:endParaRPr lang="nl-NL" sz="3000" noProof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08" name="Rechthoek: met één afgeronde hoek 707">
                <a:extLst>
                  <a:ext uri="{FF2B5EF4-FFF2-40B4-BE49-F238E27FC236}">
                    <a16:creationId xmlns:a16="http://schemas.microsoft.com/office/drawing/2014/main" id="{4EFE0851-7913-4E2B-A06C-29B79A89448D}"/>
                  </a:ext>
                </a:extLst>
              </p:cNvPr>
              <p:cNvSpPr/>
              <p:nvPr/>
            </p:nvSpPr>
            <p:spPr>
              <a:xfrm>
                <a:off x="4855207" y="3173558"/>
                <a:ext cx="389259" cy="499485"/>
              </a:xfrm>
              <a:prstGeom prst="round1Rect">
                <a:avLst>
                  <a:gd name="adj" fmla="val 50000"/>
                </a:avLst>
              </a:prstGeom>
              <a:noFill/>
              <a:ln w="9525">
                <a:solidFill>
                  <a:srgbClr val="9D9F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72000" rtlCol="0" anchor="ctr"/>
              <a:lstStyle/>
              <a:p>
                <a:pPr algn="ctr"/>
                <a:endParaRPr lang="nl-NL" sz="3000" noProof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09" name="Rechthoek 708">
                <a:extLst>
                  <a:ext uri="{FF2B5EF4-FFF2-40B4-BE49-F238E27FC236}">
                    <a16:creationId xmlns:a16="http://schemas.microsoft.com/office/drawing/2014/main" id="{E360C085-3FC9-4926-A2CA-BE55908974A9}"/>
                  </a:ext>
                </a:extLst>
              </p:cNvPr>
              <p:cNvSpPr/>
              <p:nvPr/>
            </p:nvSpPr>
            <p:spPr>
              <a:xfrm>
                <a:off x="4757648" y="3173557"/>
                <a:ext cx="97558" cy="507873"/>
              </a:xfrm>
              <a:prstGeom prst="rect">
                <a:avLst/>
              </a:prstGeom>
              <a:noFill/>
              <a:ln w="9525">
                <a:solidFill>
                  <a:srgbClr val="9D9F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72000" rtlCol="0" anchor="ctr"/>
              <a:lstStyle/>
              <a:p>
                <a:pPr algn="ctr"/>
                <a:endParaRPr lang="nl-NL" sz="3000" noProof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10" name="Rechthoek: afgeronde bovenhoeken 709">
                <a:extLst>
                  <a:ext uri="{FF2B5EF4-FFF2-40B4-BE49-F238E27FC236}">
                    <a16:creationId xmlns:a16="http://schemas.microsoft.com/office/drawing/2014/main" id="{08979C7B-FBFC-42BB-A38D-88150CA598D3}"/>
                  </a:ext>
                </a:extLst>
              </p:cNvPr>
              <p:cNvSpPr/>
              <p:nvPr/>
            </p:nvSpPr>
            <p:spPr>
              <a:xfrm>
                <a:off x="4805275" y="3386547"/>
                <a:ext cx="97558" cy="28649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/>
              </a:solidFill>
              <a:ln w="9525">
                <a:solidFill>
                  <a:srgbClr val="9D9F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72000" rtlCol="0" anchor="ctr"/>
              <a:lstStyle/>
              <a:p>
                <a:pPr algn="ctr"/>
                <a:endParaRPr lang="nl-NL" sz="3000" noProof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741" name="H2">
              <a:hlinkClick r:id="" action="ppaction://noaction"/>
              <a:extLst>
                <a:ext uri="{FF2B5EF4-FFF2-40B4-BE49-F238E27FC236}">
                  <a16:creationId xmlns:a16="http://schemas.microsoft.com/office/drawing/2014/main" id="{C4071533-6540-43F8-8C4B-D55F649FF680}"/>
                </a:ext>
              </a:extLst>
            </p:cNvPr>
            <p:cNvSpPr txBox="1"/>
            <p:nvPr userDrawn="1"/>
          </p:nvSpPr>
          <p:spPr>
            <a:xfrm>
              <a:off x="780279" y="5934519"/>
              <a:ext cx="2203948" cy="4669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 defTabSz="1217512"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kern="1200" noProof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Klik met je muis op</a:t>
              </a:r>
              <a:br>
                <a:rPr lang="nl-NL" sz="1200" kern="1200" noProof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nl-NL" sz="1200" kern="1200" noProof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één van de knoppen hiernaast</a:t>
              </a:r>
              <a:endParaRPr lang="nl-NL" sz="1000" kern="1200" noProof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Rechthoek 1">
            <a:extLst>
              <a:ext uri="{FF2B5EF4-FFF2-40B4-BE49-F238E27FC236}">
                <a16:creationId xmlns:a16="http://schemas.microsoft.com/office/drawing/2014/main" id="{6E92D6BB-5439-476C-B352-4B776D95B936}"/>
              </a:ext>
            </a:extLst>
          </p:cNvPr>
          <p:cNvSpPr/>
          <p:nvPr userDrawn="1"/>
        </p:nvSpPr>
        <p:spPr>
          <a:xfrm>
            <a:off x="4311248" y="2029462"/>
            <a:ext cx="2376267" cy="2124000"/>
          </a:xfrm>
          <a:prstGeom prst="rect">
            <a:avLst/>
          </a:prstGeom>
          <a:pattFill prst="wdDnDiag">
            <a:fgClr>
              <a:srgbClr val="E0E0E0"/>
            </a:fgClr>
            <a:bgClr>
              <a:srgbClr val="ECECEC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nl-NL" sz="1600" b="0" i="0" u="none" strike="noStrike" kern="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0" name="Rechthoek 719">
            <a:extLst>
              <a:ext uri="{FF2B5EF4-FFF2-40B4-BE49-F238E27FC236}">
                <a16:creationId xmlns:a16="http://schemas.microsoft.com/office/drawing/2014/main" id="{BAFEBEFA-DFA6-428D-BC95-FE7F1EF515D6}"/>
              </a:ext>
            </a:extLst>
          </p:cNvPr>
          <p:cNvSpPr/>
          <p:nvPr userDrawn="1"/>
        </p:nvSpPr>
        <p:spPr>
          <a:xfrm>
            <a:off x="6811785" y="2029462"/>
            <a:ext cx="2376267" cy="2124000"/>
          </a:xfrm>
          <a:prstGeom prst="rect">
            <a:avLst/>
          </a:prstGeom>
          <a:pattFill prst="wdDnDiag">
            <a:fgClr>
              <a:srgbClr val="E0E0E0"/>
            </a:fgClr>
            <a:bgClr>
              <a:srgbClr val="ECECEC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nl-NL" sz="1600" b="0" i="0" u="none" strike="noStrike" kern="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1" name="Rechthoek 720">
            <a:extLst>
              <a:ext uri="{FF2B5EF4-FFF2-40B4-BE49-F238E27FC236}">
                <a16:creationId xmlns:a16="http://schemas.microsoft.com/office/drawing/2014/main" id="{2BD63E8F-81BA-4E96-8DC4-BF0CE43DC64D}"/>
              </a:ext>
            </a:extLst>
          </p:cNvPr>
          <p:cNvSpPr/>
          <p:nvPr userDrawn="1"/>
        </p:nvSpPr>
        <p:spPr>
          <a:xfrm>
            <a:off x="9312322" y="2029462"/>
            <a:ext cx="2376267" cy="2124000"/>
          </a:xfrm>
          <a:prstGeom prst="rect">
            <a:avLst/>
          </a:prstGeom>
          <a:pattFill prst="wdDnDiag">
            <a:fgClr>
              <a:srgbClr val="E0E0E0"/>
            </a:fgClr>
            <a:bgClr>
              <a:srgbClr val="ECECEC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nl-NL" sz="1600" b="0" i="0" u="none" strike="noStrike" kern="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2" name="Rechthoek 721">
            <a:extLst>
              <a:ext uri="{FF2B5EF4-FFF2-40B4-BE49-F238E27FC236}">
                <a16:creationId xmlns:a16="http://schemas.microsoft.com/office/drawing/2014/main" id="{EB68EACB-FA43-49D9-955E-DB3102023D2E}"/>
              </a:ext>
            </a:extLst>
          </p:cNvPr>
          <p:cNvSpPr/>
          <p:nvPr userDrawn="1"/>
        </p:nvSpPr>
        <p:spPr>
          <a:xfrm>
            <a:off x="4311248" y="4273564"/>
            <a:ext cx="2376267" cy="2124000"/>
          </a:xfrm>
          <a:prstGeom prst="rect">
            <a:avLst/>
          </a:prstGeom>
          <a:pattFill prst="wdDnDiag">
            <a:fgClr>
              <a:srgbClr val="E0E0E0"/>
            </a:fgClr>
            <a:bgClr>
              <a:srgbClr val="ECECEC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nl-NL" sz="1600" b="0" i="0" u="none" strike="noStrike" kern="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3" name="Rechthoek 722">
            <a:extLst>
              <a:ext uri="{FF2B5EF4-FFF2-40B4-BE49-F238E27FC236}">
                <a16:creationId xmlns:a16="http://schemas.microsoft.com/office/drawing/2014/main" id="{28C7271F-DBBC-408D-8512-8F51472B543B}"/>
              </a:ext>
            </a:extLst>
          </p:cNvPr>
          <p:cNvSpPr/>
          <p:nvPr userDrawn="1"/>
        </p:nvSpPr>
        <p:spPr>
          <a:xfrm>
            <a:off x="6811785" y="4273564"/>
            <a:ext cx="2376267" cy="2124000"/>
          </a:xfrm>
          <a:prstGeom prst="rect">
            <a:avLst/>
          </a:prstGeom>
          <a:pattFill prst="wdDnDiag">
            <a:fgClr>
              <a:srgbClr val="E0E0E0"/>
            </a:fgClr>
            <a:bgClr>
              <a:srgbClr val="ECECEC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nl-NL" sz="1600" b="0" i="0" u="none" strike="noStrike" kern="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4" name="Rechthoek 723">
            <a:extLst>
              <a:ext uri="{FF2B5EF4-FFF2-40B4-BE49-F238E27FC236}">
                <a16:creationId xmlns:a16="http://schemas.microsoft.com/office/drawing/2014/main" id="{FAA4D325-051E-41A2-92B8-C5D4117B6FEF}"/>
              </a:ext>
            </a:extLst>
          </p:cNvPr>
          <p:cNvSpPr/>
          <p:nvPr userDrawn="1"/>
        </p:nvSpPr>
        <p:spPr>
          <a:xfrm>
            <a:off x="9312322" y="4273564"/>
            <a:ext cx="2376267" cy="2124000"/>
          </a:xfrm>
          <a:prstGeom prst="rect">
            <a:avLst/>
          </a:prstGeom>
          <a:pattFill prst="wdDnDiag">
            <a:fgClr>
              <a:srgbClr val="E0E0E0"/>
            </a:fgClr>
            <a:bgClr>
              <a:srgbClr val="ECECEC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nl-NL" sz="1600" b="0" i="0" u="none" strike="noStrike" kern="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0" name="Ovaal 639">
            <a:extLst>
              <a:ext uri="{FF2B5EF4-FFF2-40B4-BE49-F238E27FC236}">
                <a16:creationId xmlns:a16="http://schemas.microsoft.com/office/drawing/2014/main" id="{A5DFE96D-0887-4192-8310-2420FF61A237}"/>
              </a:ext>
            </a:extLst>
          </p:cNvPr>
          <p:cNvSpPr/>
          <p:nvPr/>
        </p:nvSpPr>
        <p:spPr>
          <a:xfrm>
            <a:off x="10009474" y="2206770"/>
            <a:ext cx="981962" cy="981962"/>
          </a:xfrm>
          <a:prstGeom prst="ellipse">
            <a:avLst/>
          </a:prstGeom>
          <a:solidFill>
            <a:srgbClr val="211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3600" noProof="0">
              <a:solidFill>
                <a:srgbClr val="211F2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6" name="H2">
            <a:hlinkClick r:id="rId2"/>
            <a:extLst>
              <a:ext uri="{FF2B5EF4-FFF2-40B4-BE49-F238E27FC236}">
                <a16:creationId xmlns:a16="http://schemas.microsoft.com/office/drawing/2014/main" id="{2E92A497-4A7B-422F-9556-B1B6B2D51122}"/>
              </a:ext>
            </a:extLst>
          </p:cNvPr>
          <p:cNvSpPr txBox="1"/>
          <p:nvPr/>
        </p:nvSpPr>
        <p:spPr>
          <a:xfrm>
            <a:off x="9570189" y="3263418"/>
            <a:ext cx="1860532" cy="3668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defTabSz="1217512">
              <a:spcAft>
                <a:spcPts val="600"/>
              </a:spcAft>
            </a:pPr>
            <a: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Werken met</a:t>
            </a:r>
            <a:b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</a:br>
            <a: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grafieken</a:t>
            </a:r>
            <a:endParaRPr lang="nl-NL" sz="1000" kern="1200" noProof="0">
              <a:solidFill>
                <a:srgbClr val="211F26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47" name="Grafiek icoon">
            <a:extLst>
              <a:ext uri="{FF2B5EF4-FFF2-40B4-BE49-F238E27FC236}">
                <a16:creationId xmlns:a16="http://schemas.microsoft.com/office/drawing/2014/main" id="{0529DC1F-9BD8-4D79-87CC-274D7E3572C8}"/>
              </a:ext>
            </a:extLst>
          </p:cNvPr>
          <p:cNvGrpSpPr/>
          <p:nvPr/>
        </p:nvGrpSpPr>
        <p:grpSpPr>
          <a:xfrm>
            <a:off x="10331074" y="2513710"/>
            <a:ext cx="338763" cy="368083"/>
            <a:chOff x="12468049" y="1754144"/>
            <a:chExt cx="339072" cy="369091"/>
          </a:xfrm>
          <a:solidFill>
            <a:schemeClr val="bg1"/>
          </a:solidFill>
        </p:grpSpPr>
        <p:sp>
          <p:nvSpPr>
            <p:cNvPr id="692" name="Rechthoek 691">
              <a:extLst>
                <a:ext uri="{FF2B5EF4-FFF2-40B4-BE49-F238E27FC236}">
                  <a16:creationId xmlns:a16="http://schemas.microsoft.com/office/drawing/2014/main" id="{B65CCFD7-E701-491E-83C9-06FF7A017A70}"/>
                </a:ext>
              </a:extLst>
            </p:cNvPr>
            <p:cNvSpPr/>
            <p:nvPr/>
          </p:nvSpPr>
          <p:spPr>
            <a:xfrm>
              <a:off x="12468049" y="1869625"/>
              <a:ext cx="92751" cy="2536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3" name="Rechthoek 692">
              <a:extLst>
                <a:ext uri="{FF2B5EF4-FFF2-40B4-BE49-F238E27FC236}">
                  <a16:creationId xmlns:a16="http://schemas.microsoft.com/office/drawing/2014/main" id="{F6393829-C1D2-4EFD-B5C2-7900902CC729}"/>
                </a:ext>
              </a:extLst>
            </p:cNvPr>
            <p:cNvSpPr/>
            <p:nvPr/>
          </p:nvSpPr>
          <p:spPr>
            <a:xfrm>
              <a:off x="12590223" y="1754144"/>
              <a:ext cx="92751" cy="369091"/>
            </a:xfrm>
            <a:prstGeom prst="rect">
              <a:avLst/>
            </a:prstGeom>
            <a:solidFill>
              <a:srgbClr val="9D9F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4" name="Rechthoek 693">
              <a:extLst>
                <a:ext uri="{FF2B5EF4-FFF2-40B4-BE49-F238E27FC236}">
                  <a16:creationId xmlns:a16="http://schemas.microsoft.com/office/drawing/2014/main" id="{F9DE322C-6580-4583-A4AC-648C1795E378}"/>
                </a:ext>
              </a:extLst>
            </p:cNvPr>
            <p:cNvSpPr/>
            <p:nvPr/>
          </p:nvSpPr>
          <p:spPr>
            <a:xfrm>
              <a:off x="12714370" y="1836322"/>
              <a:ext cx="92751" cy="28691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41" name="Ovaal 640">
            <a:extLst>
              <a:ext uri="{FF2B5EF4-FFF2-40B4-BE49-F238E27FC236}">
                <a16:creationId xmlns:a16="http://schemas.microsoft.com/office/drawing/2014/main" id="{1C1B094D-E739-489E-98EB-DD4B57A89A32}"/>
              </a:ext>
            </a:extLst>
          </p:cNvPr>
          <p:cNvSpPr/>
          <p:nvPr/>
        </p:nvSpPr>
        <p:spPr>
          <a:xfrm>
            <a:off x="5008400" y="4456311"/>
            <a:ext cx="981962" cy="981962"/>
          </a:xfrm>
          <a:prstGeom prst="ellipse">
            <a:avLst/>
          </a:prstGeom>
          <a:solidFill>
            <a:srgbClr val="211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3600" noProof="0">
              <a:solidFill>
                <a:srgbClr val="211F2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8" name="H2">
            <a:hlinkClick r:id="rId3"/>
            <a:extLst>
              <a:ext uri="{FF2B5EF4-FFF2-40B4-BE49-F238E27FC236}">
                <a16:creationId xmlns:a16="http://schemas.microsoft.com/office/drawing/2014/main" id="{7789A2F3-845B-44A2-94A4-53DFB7D6C411}"/>
              </a:ext>
            </a:extLst>
          </p:cNvPr>
          <p:cNvSpPr txBox="1"/>
          <p:nvPr/>
        </p:nvSpPr>
        <p:spPr>
          <a:xfrm>
            <a:off x="4569115" y="5557167"/>
            <a:ext cx="1860532" cy="3668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defTabSz="1217512">
              <a:spcAft>
                <a:spcPts val="600"/>
              </a:spcAft>
            </a:pPr>
            <a: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Werken met</a:t>
            </a:r>
            <a:b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</a:br>
            <a: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tabellen</a:t>
            </a:r>
            <a:endParaRPr lang="nl-NL" sz="1000" kern="1200" noProof="0">
              <a:solidFill>
                <a:srgbClr val="211F26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51" name="Tabel icoon">
            <a:extLst>
              <a:ext uri="{FF2B5EF4-FFF2-40B4-BE49-F238E27FC236}">
                <a16:creationId xmlns:a16="http://schemas.microsoft.com/office/drawing/2014/main" id="{C4952ED6-2338-4F75-A1D7-40998203AFBC}"/>
              </a:ext>
            </a:extLst>
          </p:cNvPr>
          <p:cNvGrpSpPr/>
          <p:nvPr/>
        </p:nvGrpSpPr>
        <p:grpSpPr>
          <a:xfrm>
            <a:off x="5287983" y="4756696"/>
            <a:ext cx="422796" cy="381193"/>
            <a:chOff x="6072040" y="3376043"/>
            <a:chExt cx="1227920" cy="1109109"/>
          </a:xfrm>
        </p:grpSpPr>
        <p:sp>
          <p:nvSpPr>
            <p:cNvPr id="683" name="Rechthoek 682">
              <a:extLst>
                <a:ext uri="{FF2B5EF4-FFF2-40B4-BE49-F238E27FC236}">
                  <a16:creationId xmlns:a16="http://schemas.microsoft.com/office/drawing/2014/main" id="{784D994A-7FE4-4343-B5AD-E548CB72C85E}"/>
                </a:ext>
              </a:extLst>
            </p:cNvPr>
            <p:cNvSpPr/>
            <p:nvPr userDrawn="1"/>
          </p:nvSpPr>
          <p:spPr>
            <a:xfrm>
              <a:off x="6072040" y="3376043"/>
              <a:ext cx="1227920" cy="1109109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9D9F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4" name="Rechthoek 683">
              <a:extLst>
                <a:ext uri="{FF2B5EF4-FFF2-40B4-BE49-F238E27FC236}">
                  <a16:creationId xmlns:a16="http://schemas.microsoft.com/office/drawing/2014/main" id="{59E3E408-B8E1-4CA1-9B72-69BD19BC60A3}"/>
                </a:ext>
              </a:extLst>
            </p:cNvPr>
            <p:cNvSpPr/>
            <p:nvPr/>
          </p:nvSpPr>
          <p:spPr>
            <a:xfrm>
              <a:off x="6084861" y="4069628"/>
              <a:ext cx="405674" cy="203327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86" name="Rechte verbindingslijn 685">
              <a:extLst>
                <a:ext uri="{FF2B5EF4-FFF2-40B4-BE49-F238E27FC236}">
                  <a16:creationId xmlns:a16="http://schemas.microsoft.com/office/drawing/2014/main" id="{53597256-30AB-46EF-BF68-21EB1E0126D4}"/>
                </a:ext>
              </a:extLst>
            </p:cNvPr>
            <p:cNvCxnSpPr/>
            <p:nvPr userDrawn="1"/>
          </p:nvCxnSpPr>
          <p:spPr>
            <a:xfrm>
              <a:off x="6493304" y="3605313"/>
              <a:ext cx="0" cy="872219"/>
            </a:xfrm>
            <a:prstGeom prst="line">
              <a:avLst/>
            </a:prstGeom>
            <a:ln w="12700">
              <a:solidFill>
                <a:srgbClr val="DADAD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Rechte verbindingslijn 686">
              <a:extLst>
                <a:ext uri="{FF2B5EF4-FFF2-40B4-BE49-F238E27FC236}">
                  <a16:creationId xmlns:a16="http://schemas.microsoft.com/office/drawing/2014/main" id="{3A47FA7A-9069-42A7-8716-A2493BDC8CDA}"/>
                </a:ext>
              </a:extLst>
            </p:cNvPr>
            <p:cNvCxnSpPr/>
            <p:nvPr userDrawn="1"/>
          </p:nvCxnSpPr>
          <p:spPr>
            <a:xfrm>
              <a:off x="6883025" y="3605313"/>
              <a:ext cx="0" cy="872219"/>
            </a:xfrm>
            <a:prstGeom prst="line">
              <a:avLst/>
            </a:prstGeom>
            <a:ln w="12700">
              <a:solidFill>
                <a:srgbClr val="DADAD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Rechte verbindingslijn 687">
              <a:extLst>
                <a:ext uri="{FF2B5EF4-FFF2-40B4-BE49-F238E27FC236}">
                  <a16:creationId xmlns:a16="http://schemas.microsoft.com/office/drawing/2014/main" id="{85AEB08D-7857-45D6-8A4A-994A8E76355E}"/>
                </a:ext>
              </a:extLst>
            </p:cNvPr>
            <p:cNvCxnSpPr/>
            <p:nvPr userDrawn="1"/>
          </p:nvCxnSpPr>
          <p:spPr>
            <a:xfrm flipH="1">
              <a:off x="6090561" y="3827108"/>
              <a:ext cx="1209399" cy="0"/>
            </a:xfrm>
            <a:prstGeom prst="line">
              <a:avLst/>
            </a:prstGeom>
            <a:ln w="12700">
              <a:solidFill>
                <a:srgbClr val="DADAD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Rechte verbindingslijn 688">
              <a:extLst>
                <a:ext uri="{FF2B5EF4-FFF2-40B4-BE49-F238E27FC236}">
                  <a16:creationId xmlns:a16="http://schemas.microsoft.com/office/drawing/2014/main" id="{5A309B4C-7D92-460B-B78C-2DEAAD860873}"/>
                </a:ext>
              </a:extLst>
            </p:cNvPr>
            <p:cNvCxnSpPr/>
            <p:nvPr userDrawn="1"/>
          </p:nvCxnSpPr>
          <p:spPr>
            <a:xfrm flipH="1">
              <a:off x="6090561" y="4055708"/>
              <a:ext cx="1209399" cy="0"/>
            </a:xfrm>
            <a:prstGeom prst="line">
              <a:avLst/>
            </a:prstGeom>
            <a:ln w="12700">
              <a:solidFill>
                <a:srgbClr val="DADAD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Rechte verbindingslijn 689">
              <a:extLst>
                <a:ext uri="{FF2B5EF4-FFF2-40B4-BE49-F238E27FC236}">
                  <a16:creationId xmlns:a16="http://schemas.microsoft.com/office/drawing/2014/main" id="{7AFDDB2C-9A04-427E-8DE3-6C2420EBB1FF}"/>
                </a:ext>
              </a:extLst>
            </p:cNvPr>
            <p:cNvCxnSpPr/>
            <p:nvPr userDrawn="1"/>
          </p:nvCxnSpPr>
          <p:spPr>
            <a:xfrm flipH="1">
              <a:off x="6090561" y="4276688"/>
              <a:ext cx="1209399" cy="0"/>
            </a:xfrm>
            <a:prstGeom prst="line">
              <a:avLst/>
            </a:prstGeom>
            <a:ln w="12700">
              <a:solidFill>
                <a:srgbClr val="DADAD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1" name="Rechthoek 690">
              <a:extLst>
                <a:ext uri="{FF2B5EF4-FFF2-40B4-BE49-F238E27FC236}">
                  <a16:creationId xmlns:a16="http://schemas.microsoft.com/office/drawing/2014/main" id="{8C8ED380-24E5-4940-97CA-86DF99C645C7}"/>
                </a:ext>
              </a:extLst>
            </p:cNvPr>
            <p:cNvSpPr/>
            <p:nvPr userDrawn="1"/>
          </p:nvSpPr>
          <p:spPr>
            <a:xfrm>
              <a:off x="6072040" y="3376043"/>
              <a:ext cx="1227920" cy="1109109"/>
            </a:xfrm>
            <a:prstGeom prst="rect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5" name="Rechthoek 684">
              <a:extLst>
                <a:ext uri="{FF2B5EF4-FFF2-40B4-BE49-F238E27FC236}">
                  <a16:creationId xmlns:a16="http://schemas.microsoft.com/office/drawing/2014/main" id="{6DC63422-9D6B-4FF5-9680-9D8B3E8E98C3}"/>
                </a:ext>
              </a:extLst>
            </p:cNvPr>
            <p:cNvSpPr/>
            <p:nvPr userDrawn="1"/>
          </p:nvSpPr>
          <p:spPr>
            <a:xfrm>
              <a:off x="6090829" y="3393962"/>
              <a:ext cx="1209131" cy="218971"/>
            </a:xfrm>
            <a:prstGeom prst="rect">
              <a:avLst/>
            </a:prstGeom>
            <a:solidFill>
              <a:srgbClr val="9D9F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42" name="Ovaal 641">
            <a:extLst>
              <a:ext uri="{FF2B5EF4-FFF2-40B4-BE49-F238E27FC236}">
                <a16:creationId xmlns:a16="http://schemas.microsoft.com/office/drawing/2014/main" id="{7D4F66EB-B721-4117-93F4-B359224A6B22}"/>
              </a:ext>
            </a:extLst>
          </p:cNvPr>
          <p:cNvSpPr/>
          <p:nvPr/>
        </p:nvSpPr>
        <p:spPr>
          <a:xfrm>
            <a:off x="7508937" y="4456311"/>
            <a:ext cx="981962" cy="981962"/>
          </a:xfrm>
          <a:prstGeom prst="ellipse">
            <a:avLst/>
          </a:prstGeom>
          <a:solidFill>
            <a:srgbClr val="211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3600" noProof="0">
              <a:solidFill>
                <a:srgbClr val="211F2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9" name="H2">
            <a:hlinkClick r:id="rId4"/>
            <a:extLst>
              <a:ext uri="{FF2B5EF4-FFF2-40B4-BE49-F238E27FC236}">
                <a16:creationId xmlns:a16="http://schemas.microsoft.com/office/drawing/2014/main" id="{682F9A29-DD65-499E-8348-562463EF65FD}"/>
              </a:ext>
            </a:extLst>
          </p:cNvPr>
          <p:cNvSpPr txBox="1"/>
          <p:nvPr/>
        </p:nvSpPr>
        <p:spPr>
          <a:xfrm>
            <a:off x="7069652" y="5513508"/>
            <a:ext cx="1860532" cy="3668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defTabSz="1217512">
              <a:spcAft>
                <a:spcPts val="600"/>
              </a:spcAft>
            </a:pPr>
            <a: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Werken met</a:t>
            </a:r>
            <a:b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</a:br>
            <a: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video’s</a:t>
            </a:r>
            <a:endParaRPr lang="nl-NL" sz="1000" kern="1200" noProof="0">
              <a:solidFill>
                <a:srgbClr val="211F26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52" name="Video icoon">
            <a:extLst>
              <a:ext uri="{FF2B5EF4-FFF2-40B4-BE49-F238E27FC236}">
                <a16:creationId xmlns:a16="http://schemas.microsoft.com/office/drawing/2014/main" id="{1F3EC03A-AE51-4737-B245-5AF041E094AE}"/>
              </a:ext>
            </a:extLst>
          </p:cNvPr>
          <p:cNvGrpSpPr/>
          <p:nvPr/>
        </p:nvGrpSpPr>
        <p:grpSpPr>
          <a:xfrm>
            <a:off x="7810489" y="4757017"/>
            <a:ext cx="378859" cy="380551"/>
            <a:chOff x="8066315" y="1676399"/>
            <a:chExt cx="1371604" cy="1380253"/>
          </a:xfrm>
        </p:grpSpPr>
        <p:sp>
          <p:nvSpPr>
            <p:cNvPr id="679" name="Rechthoek 678">
              <a:extLst>
                <a:ext uri="{FF2B5EF4-FFF2-40B4-BE49-F238E27FC236}">
                  <a16:creationId xmlns:a16="http://schemas.microsoft.com/office/drawing/2014/main" id="{D80957AA-C32F-47DC-AA09-EC3F1A89E6D8}"/>
                </a:ext>
              </a:extLst>
            </p:cNvPr>
            <p:cNvSpPr/>
            <p:nvPr userDrawn="1"/>
          </p:nvSpPr>
          <p:spPr>
            <a:xfrm>
              <a:off x="8066315" y="1687285"/>
              <a:ext cx="1360714" cy="136071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D9F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0" name="Vrije vorm 112">
              <a:extLst>
                <a:ext uri="{FF2B5EF4-FFF2-40B4-BE49-F238E27FC236}">
                  <a16:creationId xmlns:a16="http://schemas.microsoft.com/office/drawing/2014/main" id="{41685255-68E9-4E62-BBAC-DF1ED5CF1D90}"/>
                </a:ext>
              </a:extLst>
            </p:cNvPr>
            <p:cNvSpPr/>
            <p:nvPr userDrawn="1"/>
          </p:nvSpPr>
          <p:spPr>
            <a:xfrm>
              <a:off x="8077205" y="1676399"/>
              <a:ext cx="1360714" cy="206829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9D9F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1" name="Vrije vorm 113">
              <a:extLst>
                <a:ext uri="{FF2B5EF4-FFF2-40B4-BE49-F238E27FC236}">
                  <a16:creationId xmlns:a16="http://schemas.microsoft.com/office/drawing/2014/main" id="{D0E7D4A8-A2D0-4C60-B832-704DEAC6C3B0}"/>
                </a:ext>
              </a:extLst>
            </p:cNvPr>
            <p:cNvSpPr/>
            <p:nvPr userDrawn="1"/>
          </p:nvSpPr>
          <p:spPr>
            <a:xfrm>
              <a:off x="8071339" y="2849823"/>
              <a:ext cx="1360714" cy="206829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9D9F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2" name="Gelijkbenige driehoek 681">
              <a:extLst>
                <a:ext uri="{FF2B5EF4-FFF2-40B4-BE49-F238E27FC236}">
                  <a16:creationId xmlns:a16="http://schemas.microsoft.com/office/drawing/2014/main" id="{B71D8983-78FE-45DC-A592-7561DB255F13}"/>
                </a:ext>
              </a:extLst>
            </p:cNvPr>
            <p:cNvSpPr/>
            <p:nvPr/>
          </p:nvSpPr>
          <p:spPr>
            <a:xfrm rot="5400000">
              <a:off x="8584029" y="2156940"/>
              <a:ext cx="422946" cy="421401"/>
            </a:xfrm>
            <a:prstGeom prst="triangle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39" name="Ovaal 638">
            <a:extLst>
              <a:ext uri="{FF2B5EF4-FFF2-40B4-BE49-F238E27FC236}">
                <a16:creationId xmlns:a16="http://schemas.microsoft.com/office/drawing/2014/main" id="{08557350-CBCD-43CD-B676-2BC9CB4B3F24}"/>
              </a:ext>
            </a:extLst>
          </p:cNvPr>
          <p:cNvSpPr/>
          <p:nvPr/>
        </p:nvSpPr>
        <p:spPr>
          <a:xfrm>
            <a:off x="7508937" y="2234539"/>
            <a:ext cx="981962" cy="981962"/>
          </a:xfrm>
          <a:prstGeom prst="ellipse">
            <a:avLst/>
          </a:prstGeom>
          <a:solidFill>
            <a:srgbClr val="211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3600" noProof="0">
              <a:solidFill>
                <a:srgbClr val="211F2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5" name="H2">
            <a:hlinkClick r:id="rId5"/>
            <a:extLst>
              <a:ext uri="{FF2B5EF4-FFF2-40B4-BE49-F238E27FC236}">
                <a16:creationId xmlns:a16="http://schemas.microsoft.com/office/drawing/2014/main" id="{5C62B586-C238-4FF0-A03A-A38056C7C1B5}"/>
              </a:ext>
            </a:extLst>
          </p:cNvPr>
          <p:cNvSpPr txBox="1"/>
          <p:nvPr/>
        </p:nvSpPr>
        <p:spPr>
          <a:xfrm>
            <a:off x="7069652" y="3291187"/>
            <a:ext cx="1860532" cy="3668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defTabSz="1217512">
              <a:spcAft>
                <a:spcPts val="600"/>
              </a:spcAft>
            </a:pPr>
            <a: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Werken met</a:t>
            </a:r>
            <a:b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</a:br>
            <a: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afbeeldingen</a:t>
            </a:r>
          </a:p>
        </p:txBody>
      </p:sp>
      <p:grpSp>
        <p:nvGrpSpPr>
          <p:cNvPr id="653" name="Afbeeldingen icoon">
            <a:extLst>
              <a:ext uri="{FF2B5EF4-FFF2-40B4-BE49-F238E27FC236}">
                <a16:creationId xmlns:a16="http://schemas.microsoft.com/office/drawing/2014/main" id="{4199E879-6DE0-496A-BF2C-97E2D23FC502}"/>
              </a:ext>
            </a:extLst>
          </p:cNvPr>
          <p:cNvGrpSpPr/>
          <p:nvPr userDrawn="1"/>
        </p:nvGrpSpPr>
        <p:grpSpPr>
          <a:xfrm>
            <a:off x="7825657" y="2537388"/>
            <a:ext cx="348523" cy="376264"/>
            <a:chOff x="14466489" y="1001522"/>
            <a:chExt cx="290627" cy="314333"/>
          </a:xfrm>
        </p:grpSpPr>
        <p:sp>
          <p:nvSpPr>
            <p:cNvPr id="673" name="Rechthoek 672">
              <a:extLst>
                <a:ext uri="{FF2B5EF4-FFF2-40B4-BE49-F238E27FC236}">
                  <a16:creationId xmlns:a16="http://schemas.microsoft.com/office/drawing/2014/main" id="{83BBA8E1-F2DE-4904-A556-34B2C4B1F709}"/>
                </a:ext>
              </a:extLst>
            </p:cNvPr>
            <p:cNvSpPr/>
            <p:nvPr userDrawn="1"/>
          </p:nvSpPr>
          <p:spPr>
            <a:xfrm>
              <a:off x="14466489" y="1001522"/>
              <a:ext cx="257935" cy="2541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ADA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800" b="0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74" name="Ovaal 673">
              <a:extLst>
                <a:ext uri="{FF2B5EF4-FFF2-40B4-BE49-F238E27FC236}">
                  <a16:creationId xmlns:a16="http://schemas.microsoft.com/office/drawing/2014/main" id="{96216FD7-C3A5-4B34-BA67-AAF89D399AA5}"/>
                </a:ext>
              </a:extLst>
            </p:cNvPr>
            <p:cNvSpPr/>
            <p:nvPr userDrawn="1"/>
          </p:nvSpPr>
          <p:spPr>
            <a:xfrm>
              <a:off x="14623626" y="1033630"/>
              <a:ext cx="71169" cy="71169"/>
            </a:xfrm>
            <a:prstGeom prst="ellipse">
              <a:avLst/>
            </a:prstGeom>
            <a:solidFill>
              <a:srgbClr val="1FF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75" name="Vrije vorm: vorm 674">
              <a:extLst>
                <a:ext uri="{FF2B5EF4-FFF2-40B4-BE49-F238E27FC236}">
                  <a16:creationId xmlns:a16="http://schemas.microsoft.com/office/drawing/2014/main" id="{39EC1AE9-36FE-42E0-B92A-6F6314EDD630}"/>
                </a:ext>
              </a:extLst>
            </p:cNvPr>
            <p:cNvSpPr/>
            <p:nvPr userDrawn="1"/>
          </p:nvSpPr>
          <p:spPr>
            <a:xfrm rot="2700000">
              <a:off x="14498877" y="1157846"/>
              <a:ext cx="168558" cy="147459"/>
            </a:xfrm>
            <a:custGeom>
              <a:avLst/>
              <a:gdLst>
                <a:gd name="connsiteX0" fmla="*/ 12837 w 168558"/>
                <a:gd name="connsiteY0" fmla="*/ 12836 h 147459"/>
                <a:gd name="connsiteX1" fmla="*/ 43826 w 168558"/>
                <a:gd name="connsiteY1" fmla="*/ 0 h 147459"/>
                <a:gd name="connsiteX2" fmla="*/ 168558 w 168558"/>
                <a:gd name="connsiteY2" fmla="*/ 0 h 147459"/>
                <a:gd name="connsiteX3" fmla="*/ 21099 w 168558"/>
                <a:gd name="connsiteY3" fmla="*/ 147459 h 147459"/>
                <a:gd name="connsiteX4" fmla="*/ 0 w 168558"/>
                <a:gd name="connsiteY4" fmla="*/ 126361 h 147459"/>
                <a:gd name="connsiteX5" fmla="*/ 0 w 168558"/>
                <a:gd name="connsiteY5" fmla="*/ 43826 h 147459"/>
                <a:gd name="connsiteX6" fmla="*/ 12837 w 168558"/>
                <a:gd name="connsiteY6" fmla="*/ 12836 h 14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58" h="147459">
                  <a:moveTo>
                    <a:pt x="12837" y="12836"/>
                  </a:moveTo>
                  <a:cubicBezTo>
                    <a:pt x="20768" y="4905"/>
                    <a:pt x="31724" y="0"/>
                    <a:pt x="43826" y="0"/>
                  </a:cubicBezTo>
                  <a:lnTo>
                    <a:pt x="168558" y="0"/>
                  </a:lnTo>
                  <a:lnTo>
                    <a:pt x="21099" y="147459"/>
                  </a:lnTo>
                  <a:lnTo>
                    <a:pt x="0" y="126361"/>
                  </a:lnTo>
                  <a:lnTo>
                    <a:pt x="0" y="43826"/>
                  </a:lnTo>
                  <a:cubicBezTo>
                    <a:pt x="1" y="31723"/>
                    <a:pt x="4906" y="20767"/>
                    <a:pt x="12837" y="12836"/>
                  </a:cubicBezTo>
                  <a:close/>
                </a:path>
              </a:pathLst>
            </a:custGeom>
            <a:solidFill>
              <a:srgbClr val="DADA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76" name="Rechthoek: afgeronde hoeken 675">
              <a:extLst>
                <a:ext uri="{FF2B5EF4-FFF2-40B4-BE49-F238E27FC236}">
                  <a16:creationId xmlns:a16="http://schemas.microsoft.com/office/drawing/2014/main" id="{8ABCE77C-11A2-45F0-9AAB-C3026A01288E}"/>
                </a:ext>
              </a:extLst>
            </p:cNvPr>
            <p:cNvSpPr/>
            <p:nvPr userDrawn="1"/>
          </p:nvSpPr>
          <p:spPr>
            <a:xfrm>
              <a:off x="14601150" y="1145314"/>
              <a:ext cx="155966" cy="116816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9D9F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800" b="0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77" name="Rechte verbindingslijn 676">
              <a:extLst>
                <a:ext uri="{FF2B5EF4-FFF2-40B4-BE49-F238E27FC236}">
                  <a16:creationId xmlns:a16="http://schemas.microsoft.com/office/drawing/2014/main" id="{52471ADA-F581-4ABB-B5E5-208C81192F8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637490" y="1308665"/>
              <a:ext cx="83286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9D9F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8" name="Rechte verbindingslijn 677">
              <a:extLst>
                <a:ext uri="{FF2B5EF4-FFF2-40B4-BE49-F238E27FC236}">
                  <a16:creationId xmlns:a16="http://schemas.microsoft.com/office/drawing/2014/main" id="{49B27AC0-61F2-4031-81AE-4BD7B3F1675D}"/>
                </a:ext>
              </a:extLst>
            </p:cNvPr>
            <p:cNvCxnSpPr>
              <a:cxnSpLocks/>
              <a:stCxn id="676" idx="2"/>
            </p:cNvCxnSpPr>
            <p:nvPr userDrawn="1"/>
          </p:nvCxnSpPr>
          <p:spPr>
            <a:xfrm flipH="1">
              <a:off x="14678717" y="1262130"/>
              <a:ext cx="416" cy="43573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9D9F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43" name="Ovaal 642">
            <a:extLst>
              <a:ext uri="{FF2B5EF4-FFF2-40B4-BE49-F238E27FC236}">
                <a16:creationId xmlns:a16="http://schemas.microsoft.com/office/drawing/2014/main" id="{3CB50DF0-D612-46AB-BDB8-181736F7F95C}"/>
              </a:ext>
            </a:extLst>
          </p:cNvPr>
          <p:cNvSpPr/>
          <p:nvPr/>
        </p:nvSpPr>
        <p:spPr>
          <a:xfrm>
            <a:off x="10009474" y="4456311"/>
            <a:ext cx="981962" cy="981962"/>
          </a:xfrm>
          <a:prstGeom prst="ellipse">
            <a:avLst/>
          </a:prstGeom>
          <a:solidFill>
            <a:srgbClr val="211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3600" noProof="0">
              <a:solidFill>
                <a:srgbClr val="211F2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0" name="H2">
            <a:hlinkClick r:id="rId6"/>
            <a:extLst>
              <a:ext uri="{FF2B5EF4-FFF2-40B4-BE49-F238E27FC236}">
                <a16:creationId xmlns:a16="http://schemas.microsoft.com/office/drawing/2014/main" id="{A8F5AAD5-BE66-4DC3-882B-B027A5896F43}"/>
              </a:ext>
            </a:extLst>
          </p:cNvPr>
          <p:cNvSpPr txBox="1"/>
          <p:nvPr/>
        </p:nvSpPr>
        <p:spPr>
          <a:xfrm>
            <a:off x="9477163" y="5513508"/>
            <a:ext cx="2046585" cy="3668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defTabSz="1217512">
              <a:spcAft>
                <a:spcPts val="600"/>
              </a:spcAft>
            </a:pPr>
            <a: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Meer weten?</a:t>
            </a:r>
            <a:b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</a:br>
            <a: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stel je vraag aan ons</a:t>
            </a:r>
          </a:p>
        </p:txBody>
      </p:sp>
      <p:grpSp>
        <p:nvGrpSpPr>
          <p:cNvPr id="3" name="Community icoon">
            <a:extLst>
              <a:ext uri="{FF2B5EF4-FFF2-40B4-BE49-F238E27FC236}">
                <a16:creationId xmlns:a16="http://schemas.microsoft.com/office/drawing/2014/main" id="{83998283-57C2-445B-A90C-D1449AFD984A}"/>
              </a:ext>
            </a:extLst>
          </p:cNvPr>
          <p:cNvGrpSpPr/>
          <p:nvPr userDrawn="1"/>
        </p:nvGrpSpPr>
        <p:grpSpPr>
          <a:xfrm>
            <a:off x="10202348" y="4765834"/>
            <a:ext cx="596217" cy="362915"/>
            <a:chOff x="10202348" y="4765834"/>
            <a:chExt cx="596217" cy="362915"/>
          </a:xfrm>
        </p:grpSpPr>
        <p:sp>
          <p:nvSpPr>
            <p:cNvPr id="670" name="Vrije vorm: vorm 669">
              <a:extLst>
                <a:ext uri="{FF2B5EF4-FFF2-40B4-BE49-F238E27FC236}">
                  <a16:creationId xmlns:a16="http://schemas.microsoft.com/office/drawing/2014/main" id="{289AEFEA-D789-41FD-AD60-91FAD197A054}"/>
                </a:ext>
              </a:extLst>
            </p:cNvPr>
            <p:cNvSpPr/>
            <p:nvPr/>
          </p:nvSpPr>
          <p:spPr>
            <a:xfrm>
              <a:off x="10280115" y="4765834"/>
              <a:ext cx="440682" cy="298109"/>
            </a:xfrm>
            <a:custGeom>
              <a:avLst/>
              <a:gdLst>
                <a:gd name="connsiteX0" fmla="*/ 425584 w 466769"/>
                <a:gd name="connsiteY0" fmla="*/ 274570 h 315755"/>
                <a:gd name="connsiteX1" fmla="*/ 41186 w 466769"/>
                <a:gd name="connsiteY1" fmla="*/ 274570 h 315755"/>
                <a:gd name="connsiteX2" fmla="*/ 41186 w 466769"/>
                <a:gd name="connsiteY2" fmla="*/ 41186 h 315755"/>
                <a:gd name="connsiteX3" fmla="*/ 425584 w 466769"/>
                <a:gd name="connsiteY3" fmla="*/ 41186 h 315755"/>
                <a:gd name="connsiteX4" fmla="*/ 466769 w 466769"/>
                <a:gd name="connsiteY4" fmla="*/ 27457 h 315755"/>
                <a:gd name="connsiteX5" fmla="*/ 439312 w 466769"/>
                <a:gd name="connsiteY5" fmla="*/ 0 h 315755"/>
                <a:gd name="connsiteX6" fmla="*/ 27457 w 466769"/>
                <a:gd name="connsiteY6" fmla="*/ 0 h 315755"/>
                <a:gd name="connsiteX7" fmla="*/ 0 w 466769"/>
                <a:gd name="connsiteY7" fmla="*/ 27457 h 315755"/>
                <a:gd name="connsiteX8" fmla="*/ 0 w 466769"/>
                <a:gd name="connsiteY8" fmla="*/ 315756 h 315755"/>
                <a:gd name="connsiteX9" fmla="*/ 466769 w 466769"/>
                <a:gd name="connsiteY9" fmla="*/ 315756 h 31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6769" h="315755">
                  <a:moveTo>
                    <a:pt x="425584" y="274570"/>
                  </a:moveTo>
                  <a:lnTo>
                    <a:pt x="41186" y="274570"/>
                  </a:lnTo>
                  <a:lnTo>
                    <a:pt x="41186" y="41186"/>
                  </a:lnTo>
                  <a:lnTo>
                    <a:pt x="425584" y="41186"/>
                  </a:lnTo>
                  <a:close/>
                  <a:moveTo>
                    <a:pt x="466769" y="27457"/>
                  </a:moveTo>
                  <a:cubicBezTo>
                    <a:pt x="466769" y="12293"/>
                    <a:pt x="454476" y="0"/>
                    <a:pt x="439312" y="0"/>
                  </a:cubicBezTo>
                  <a:lnTo>
                    <a:pt x="27457" y="0"/>
                  </a:lnTo>
                  <a:cubicBezTo>
                    <a:pt x="12293" y="0"/>
                    <a:pt x="0" y="12293"/>
                    <a:pt x="0" y="27457"/>
                  </a:cubicBezTo>
                  <a:lnTo>
                    <a:pt x="0" y="315756"/>
                  </a:lnTo>
                  <a:lnTo>
                    <a:pt x="466769" y="315756"/>
                  </a:lnTo>
                  <a:close/>
                </a:path>
              </a:pathLst>
            </a:custGeom>
            <a:solidFill>
              <a:srgbClr val="ECECEC"/>
            </a:solidFill>
            <a:ln w="68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71" name="Vrije vorm: vorm 670">
              <a:extLst>
                <a:ext uri="{FF2B5EF4-FFF2-40B4-BE49-F238E27FC236}">
                  <a16:creationId xmlns:a16="http://schemas.microsoft.com/office/drawing/2014/main" id="{1E619650-9DFF-4A2F-8E24-397838EE2A0F}"/>
                </a:ext>
              </a:extLst>
            </p:cNvPr>
            <p:cNvSpPr/>
            <p:nvPr/>
          </p:nvSpPr>
          <p:spPr>
            <a:xfrm>
              <a:off x="10202348" y="5089865"/>
              <a:ext cx="596217" cy="38884"/>
            </a:xfrm>
            <a:custGeom>
              <a:avLst/>
              <a:gdLst>
                <a:gd name="connsiteX0" fmla="*/ 356941 w 631511"/>
                <a:gd name="connsiteY0" fmla="*/ 0 h 41185"/>
                <a:gd name="connsiteX1" fmla="*/ 356941 w 631511"/>
                <a:gd name="connsiteY1" fmla="*/ 6864 h 41185"/>
                <a:gd name="connsiteX2" fmla="*/ 350929 w 631511"/>
                <a:gd name="connsiteY2" fmla="*/ 13729 h 41185"/>
                <a:gd name="connsiteX3" fmla="*/ 350077 w 631511"/>
                <a:gd name="connsiteY3" fmla="*/ 13729 h 41185"/>
                <a:gd name="connsiteX4" fmla="*/ 281434 w 631511"/>
                <a:gd name="connsiteY4" fmla="*/ 13729 h 41185"/>
                <a:gd name="connsiteX5" fmla="*/ 274570 w 631511"/>
                <a:gd name="connsiteY5" fmla="*/ 7716 h 41185"/>
                <a:gd name="connsiteX6" fmla="*/ 274570 w 631511"/>
                <a:gd name="connsiteY6" fmla="*/ 6864 h 41185"/>
                <a:gd name="connsiteX7" fmla="*/ 274570 w 631511"/>
                <a:gd name="connsiteY7" fmla="*/ 0 h 41185"/>
                <a:gd name="connsiteX8" fmla="*/ 0 w 631511"/>
                <a:gd name="connsiteY8" fmla="*/ 0 h 41185"/>
                <a:gd name="connsiteX9" fmla="*/ 0 w 631511"/>
                <a:gd name="connsiteY9" fmla="*/ 13729 h 41185"/>
                <a:gd name="connsiteX10" fmla="*/ 27457 w 631511"/>
                <a:gd name="connsiteY10" fmla="*/ 41186 h 41185"/>
                <a:gd name="connsiteX11" fmla="*/ 604054 w 631511"/>
                <a:gd name="connsiteY11" fmla="*/ 41186 h 41185"/>
                <a:gd name="connsiteX12" fmla="*/ 631511 w 631511"/>
                <a:gd name="connsiteY12" fmla="*/ 13729 h 41185"/>
                <a:gd name="connsiteX13" fmla="*/ 631511 w 631511"/>
                <a:gd name="connsiteY13" fmla="*/ 0 h 41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511" h="41185">
                  <a:moveTo>
                    <a:pt x="356941" y="0"/>
                  </a:moveTo>
                  <a:lnTo>
                    <a:pt x="356941" y="6864"/>
                  </a:lnTo>
                  <a:cubicBezTo>
                    <a:pt x="357176" y="10420"/>
                    <a:pt x="354484" y="13493"/>
                    <a:pt x="350929" y="13729"/>
                  </a:cubicBezTo>
                  <a:cubicBezTo>
                    <a:pt x="350645" y="13747"/>
                    <a:pt x="350360" y="13747"/>
                    <a:pt x="350077" y="13729"/>
                  </a:cubicBezTo>
                  <a:lnTo>
                    <a:pt x="281434" y="13729"/>
                  </a:lnTo>
                  <a:cubicBezTo>
                    <a:pt x="277879" y="13964"/>
                    <a:pt x="274805" y="11272"/>
                    <a:pt x="274570" y="7716"/>
                  </a:cubicBezTo>
                  <a:cubicBezTo>
                    <a:pt x="274551" y="7433"/>
                    <a:pt x="274551" y="7148"/>
                    <a:pt x="274570" y="6864"/>
                  </a:cubicBezTo>
                  <a:lnTo>
                    <a:pt x="274570" y="0"/>
                  </a:lnTo>
                  <a:lnTo>
                    <a:pt x="0" y="0"/>
                  </a:lnTo>
                  <a:lnTo>
                    <a:pt x="0" y="13729"/>
                  </a:lnTo>
                  <a:cubicBezTo>
                    <a:pt x="0" y="28892"/>
                    <a:pt x="12293" y="41186"/>
                    <a:pt x="27457" y="41186"/>
                  </a:cubicBezTo>
                  <a:lnTo>
                    <a:pt x="604054" y="41186"/>
                  </a:lnTo>
                  <a:cubicBezTo>
                    <a:pt x="619218" y="41186"/>
                    <a:pt x="631511" y="28892"/>
                    <a:pt x="631511" y="13729"/>
                  </a:cubicBezTo>
                  <a:lnTo>
                    <a:pt x="631511" y="0"/>
                  </a:lnTo>
                  <a:close/>
                </a:path>
              </a:pathLst>
            </a:custGeom>
            <a:solidFill>
              <a:srgbClr val="ECECEC"/>
            </a:solidFill>
            <a:ln w="68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72" name="Vrije vorm: vorm 671">
              <a:extLst>
                <a:ext uri="{FF2B5EF4-FFF2-40B4-BE49-F238E27FC236}">
                  <a16:creationId xmlns:a16="http://schemas.microsoft.com/office/drawing/2014/main" id="{5C000584-83FF-4CA2-B5CB-F4A383950316}"/>
                </a:ext>
              </a:extLst>
            </p:cNvPr>
            <p:cNvSpPr/>
            <p:nvPr/>
          </p:nvSpPr>
          <p:spPr>
            <a:xfrm>
              <a:off x="10409727" y="4824160"/>
              <a:ext cx="181457" cy="181457"/>
            </a:xfrm>
            <a:custGeom>
              <a:avLst/>
              <a:gdLst>
                <a:gd name="connsiteX0" fmla="*/ 96100 w 192199"/>
                <a:gd name="connsiteY0" fmla="*/ 0 h 192199"/>
                <a:gd name="connsiteX1" fmla="*/ 0 w 192199"/>
                <a:gd name="connsiteY1" fmla="*/ 96100 h 192199"/>
                <a:gd name="connsiteX2" fmla="*/ 96100 w 192199"/>
                <a:gd name="connsiteY2" fmla="*/ 192199 h 192199"/>
                <a:gd name="connsiteX3" fmla="*/ 192199 w 192199"/>
                <a:gd name="connsiteY3" fmla="*/ 96100 h 192199"/>
                <a:gd name="connsiteX4" fmla="*/ 96100 w 192199"/>
                <a:gd name="connsiteY4" fmla="*/ 0 h 192199"/>
                <a:gd name="connsiteX5" fmla="*/ 102964 w 192199"/>
                <a:gd name="connsiteY5" fmla="*/ 102964 h 192199"/>
                <a:gd name="connsiteX6" fmla="*/ 134471 w 192199"/>
                <a:gd name="connsiteY6" fmla="*/ 102964 h 192199"/>
                <a:gd name="connsiteX7" fmla="*/ 102964 w 192199"/>
                <a:gd name="connsiteY7" fmla="*/ 165497 h 192199"/>
                <a:gd name="connsiteX8" fmla="*/ 102964 w 192199"/>
                <a:gd name="connsiteY8" fmla="*/ 89235 h 192199"/>
                <a:gd name="connsiteX9" fmla="*/ 102964 w 192199"/>
                <a:gd name="connsiteY9" fmla="*/ 26633 h 192199"/>
                <a:gd name="connsiteX10" fmla="*/ 134471 w 192199"/>
                <a:gd name="connsiteY10" fmla="*/ 89235 h 192199"/>
                <a:gd name="connsiteX11" fmla="*/ 89235 w 192199"/>
                <a:gd name="connsiteY11" fmla="*/ 89235 h 192199"/>
                <a:gd name="connsiteX12" fmla="*/ 58758 w 192199"/>
                <a:gd name="connsiteY12" fmla="*/ 89235 h 192199"/>
                <a:gd name="connsiteX13" fmla="*/ 89235 w 192199"/>
                <a:gd name="connsiteY13" fmla="*/ 27457 h 192199"/>
                <a:gd name="connsiteX14" fmla="*/ 89235 w 192199"/>
                <a:gd name="connsiteY14" fmla="*/ 102964 h 192199"/>
                <a:gd name="connsiteX15" fmla="*/ 89235 w 192199"/>
                <a:gd name="connsiteY15" fmla="*/ 164742 h 192199"/>
                <a:gd name="connsiteX16" fmla="*/ 58758 w 192199"/>
                <a:gd name="connsiteY16" fmla="*/ 102964 h 192199"/>
                <a:gd name="connsiteX17" fmla="*/ 44961 w 192199"/>
                <a:gd name="connsiteY17" fmla="*/ 89235 h 192199"/>
                <a:gd name="connsiteX18" fmla="*/ 15582 w 192199"/>
                <a:gd name="connsiteY18" fmla="*/ 89235 h 192199"/>
                <a:gd name="connsiteX19" fmla="*/ 80586 w 192199"/>
                <a:gd name="connsiteY19" fmla="*/ 16817 h 192199"/>
                <a:gd name="connsiteX20" fmla="*/ 44961 w 192199"/>
                <a:gd name="connsiteY20" fmla="*/ 89235 h 192199"/>
                <a:gd name="connsiteX21" fmla="*/ 44961 w 192199"/>
                <a:gd name="connsiteY21" fmla="*/ 102964 h 192199"/>
                <a:gd name="connsiteX22" fmla="*/ 80724 w 192199"/>
                <a:gd name="connsiteY22" fmla="*/ 175450 h 192199"/>
                <a:gd name="connsiteX23" fmla="*/ 15582 w 192199"/>
                <a:gd name="connsiteY23" fmla="*/ 102964 h 192199"/>
                <a:gd name="connsiteX24" fmla="*/ 148268 w 192199"/>
                <a:gd name="connsiteY24" fmla="*/ 102964 h 192199"/>
                <a:gd name="connsiteX25" fmla="*/ 176617 w 192199"/>
                <a:gd name="connsiteY25" fmla="*/ 102964 h 192199"/>
                <a:gd name="connsiteX26" fmla="*/ 112711 w 192199"/>
                <a:gd name="connsiteY26" fmla="*/ 175176 h 192199"/>
                <a:gd name="connsiteX27" fmla="*/ 148268 w 192199"/>
                <a:gd name="connsiteY27" fmla="*/ 102964 h 192199"/>
                <a:gd name="connsiteX28" fmla="*/ 148268 w 192199"/>
                <a:gd name="connsiteY28" fmla="*/ 89235 h 192199"/>
                <a:gd name="connsiteX29" fmla="*/ 112917 w 192199"/>
                <a:gd name="connsiteY29" fmla="*/ 17092 h 192199"/>
                <a:gd name="connsiteX30" fmla="*/ 176617 w 192199"/>
                <a:gd name="connsiteY30" fmla="*/ 89235 h 192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2199" h="192199">
                  <a:moveTo>
                    <a:pt x="96100" y="0"/>
                  </a:moveTo>
                  <a:cubicBezTo>
                    <a:pt x="43025" y="0"/>
                    <a:pt x="0" y="43025"/>
                    <a:pt x="0" y="96100"/>
                  </a:cubicBezTo>
                  <a:cubicBezTo>
                    <a:pt x="0" y="149174"/>
                    <a:pt x="43025" y="192199"/>
                    <a:pt x="96100" y="192199"/>
                  </a:cubicBezTo>
                  <a:cubicBezTo>
                    <a:pt x="149174" y="192199"/>
                    <a:pt x="192199" y="149174"/>
                    <a:pt x="192199" y="96100"/>
                  </a:cubicBezTo>
                  <a:cubicBezTo>
                    <a:pt x="192199" y="43025"/>
                    <a:pt x="149174" y="0"/>
                    <a:pt x="96100" y="0"/>
                  </a:cubicBezTo>
                  <a:close/>
                  <a:moveTo>
                    <a:pt x="102964" y="102964"/>
                  </a:moveTo>
                  <a:lnTo>
                    <a:pt x="134471" y="102964"/>
                  </a:lnTo>
                  <a:cubicBezTo>
                    <a:pt x="130883" y="126628"/>
                    <a:pt x="119846" y="148532"/>
                    <a:pt x="102964" y="165497"/>
                  </a:cubicBezTo>
                  <a:close/>
                  <a:moveTo>
                    <a:pt x="102964" y="89235"/>
                  </a:moveTo>
                  <a:lnTo>
                    <a:pt x="102964" y="26633"/>
                  </a:lnTo>
                  <a:cubicBezTo>
                    <a:pt x="119864" y="43614"/>
                    <a:pt x="130901" y="65545"/>
                    <a:pt x="134471" y="89235"/>
                  </a:cubicBezTo>
                  <a:close/>
                  <a:moveTo>
                    <a:pt x="89235" y="89235"/>
                  </a:moveTo>
                  <a:lnTo>
                    <a:pt x="58758" y="89235"/>
                  </a:lnTo>
                  <a:cubicBezTo>
                    <a:pt x="62172" y="65951"/>
                    <a:pt x="72836" y="44335"/>
                    <a:pt x="89235" y="27457"/>
                  </a:cubicBezTo>
                  <a:close/>
                  <a:moveTo>
                    <a:pt x="89235" y="102964"/>
                  </a:moveTo>
                  <a:lnTo>
                    <a:pt x="89235" y="164742"/>
                  </a:lnTo>
                  <a:cubicBezTo>
                    <a:pt x="72867" y="147842"/>
                    <a:pt x="62207" y="126237"/>
                    <a:pt x="58758" y="102964"/>
                  </a:cubicBezTo>
                  <a:close/>
                  <a:moveTo>
                    <a:pt x="44961" y="89235"/>
                  </a:moveTo>
                  <a:lnTo>
                    <a:pt x="15582" y="89235"/>
                  </a:lnTo>
                  <a:cubicBezTo>
                    <a:pt x="18629" y="53280"/>
                    <a:pt x="45168" y="23715"/>
                    <a:pt x="80586" y="16817"/>
                  </a:cubicBezTo>
                  <a:cubicBezTo>
                    <a:pt x="61018" y="36344"/>
                    <a:pt x="48487" y="61816"/>
                    <a:pt x="44961" y="89235"/>
                  </a:cubicBezTo>
                  <a:close/>
                  <a:moveTo>
                    <a:pt x="44961" y="102964"/>
                  </a:moveTo>
                  <a:cubicBezTo>
                    <a:pt x="48490" y="130430"/>
                    <a:pt x="61074" y="155937"/>
                    <a:pt x="80724" y="175450"/>
                  </a:cubicBezTo>
                  <a:cubicBezTo>
                    <a:pt x="45253" y="168557"/>
                    <a:pt x="18660" y="138967"/>
                    <a:pt x="15582" y="102964"/>
                  </a:cubicBezTo>
                  <a:close/>
                  <a:moveTo>
                    <a:pt x="148268" y="102964"/>
                  </a:moveTo>
                  <a:lnTo>
                    <a:pt x="176617" y="102964"/>
                  </a:lnTo>
                  <a:cubicBezTo>
                    <a:pt x="173611" y="138511"/>
                    <a:pt x="147629" y="167870"/>
                    <a:pt x="112711" y="175176"/>
                  </a:cubicBezTo>
                  <a:cubicBezTo>
                    <a:pt x="132269" y="155733"/>
                    <a:pt x="144782" y="130321"/>
                    <a:pt x="148268" y="102964"/>
                  </a:cubicBezTo>
                  <a:close/>
                  <a:moveTo>
                    <a:pt x="148268" y="89235"/>
                  </a:moveTo>
                  <a:cubicBezTo>
                    <a:pt x="144754" y="61950"/>
                    <a:pt x="132326" y="36589"/>
                    <a:pt x="112917" y="17092"/>
                  </a:cubicBezTo>
                  <a:cubicBezTo>
                    <a:pt x="147732" y="24470"/>
                    <a:pt x="173607" y="53775"/>
                    <a:pt x="176617" y="89235"/>
                  </a:cubicBezTo>
                  <a:close/>
                </a:path>
              </a:pathLst>
            </a:custGeom>
            <a:solidFill>
              <a:srgbClr val="1FF524"/>
            </a:solidFill>
            <a:ln w="68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38" name="Ovaal 637">
            <a:extLst>
              <a:ext uri="{FF2B5EF4-FFF2-40B4-BE49-F238E27FC236}">
                <a16:creationId xmlns:a16="http://schemas.microsoft.com/office/drawing/2014/main" id="{E0B1B0C7-418A-4684-BC28-4DF93822A574}"/>
              </a:ext>
            </a:extLst>
          </p:cNvPr>
          <p:cNvSpPr/>
          <p:nvPr userDrawn="1"/>
        </p:nvSpPr>
        <p:spPr>
          <a:xfrm>
            <a:off x="5008400" y="2234539"/>
            <a:ext cx="981962" cy="981962"/>
          </a:xfrm>
          <a:prstGeom prst="ellipse">
            <a:avLst/>
          </a:prstGeom>
          <a:solidFill>
            <a:srgbClr val="211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3600" noProof="0">
              <a:solidFill>
                <a:srgbClr val="211F2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4" name="H2">
            <a:hlinkClick r:id="rId7"/>
            <a:extLst>
              <a:ext uri="{FF2B5EF4-FFF2-40B4-BE49-F238E27FC236}">
                <a16:creationId xmlns:a16="http://schemas.microsoft.com/office/drawing/2014/main" id="{C423FE00-7829-4830-A16C-748DC5BDCDC5}"/>
              </a:ext>
            </a:extLst>
          </p:cNvPr>
          <p:cNvSpPr txBox="1"/>
          <p:nvPr userDrawn="1"/>
        </p:nvSpPr>
        <p:spPr>
          <a:xfrm>
            <a:off x="4569115" y="3291187"/>
            <a:ext cx="1860532" cy="3668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defTabSz="1217512">
              <a:spcAft>
                <a:spcPts val="600"/>
              </a:spcAft>
            </a:pPr>
            <a: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Werken met</a:t>
            </a:r>
            <a:b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</a:br>
            <a:r>
              <a:rPr lang="nl-NL" sz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tekstniveaus</a:t>
            </a:r>
            <a:endParaRPr lang="nl-NL" sz="1000" noProof="0">
              <a:solidFill>
                <a:srgbClr val="211F26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55" name="Tekst niveaus icoon">
            <a:extLst>
              <a:ext uri="{FF2B5EF4-FFF2-40B4-BE49-F238E27FC236}">
                <a16:creationId xmlns:a16="http://schemas.microsoft.com/office/drawing/2014/main" id="{7D94ECDD-6F53-477E-9F8A-D5142EF29DBE}"/>
              </a:ext>
            </a:extLst>
          </p:cNvPr>
          <p:cNvGrpSpPr/>
          <p:nvPr userDrawn="1"/>
        </p:nvGrpSpPr>
        <p:grpSpPr>
          <a:xfrm>
            <a:off x="5193960" y="2618763"/>
            <a:ext cx="610842" cy="213514"/>
            <a:chOff x="2745475" y="2728138"/>
            <a:chExt cx="647002" cy="226154"/>
          </a:xfrm>
        </p:grpSpPr>
        <p:grpSp>
          <p:nvGrpSpPr>
            <p:cNvPr id="656" name="Groep 655">
              <a:extLst>
                <a:ext uri="{FF2B5EF4-FFF2-40B4-BE49-F238E27FC236}">
                  <a16:creationId xmlns:a16="http://schemas.microsoft.com/office/drawing/2014/main" id="{846171A8-56CA-4E56-B754-2E416A057504}"/>
                </a:ext>
              </a:extLst>
            </p:cNvPr>
            <p:cNvGrpSpPr/>
            <p:nvPr userDrawn="1"/>
          </p:nvGrpSpPr>
          <p:grpSpPr>
            <a:xfrm>
              <a:off x="3104699" y="2728138"/>
              <a:ext cx="287778" cy="226154"/>
              <a:chOff x="-3310843" y="700986"/>
              <a:chExt cx="182598" cy="143759"/>
            </a:xfrm>
            <a:solidFill>
              <a:schemeClr val="bg1"/>
            </a:solidFill>
          </p:grpSpPr>
          <p:cxnSp>
            <p:nvCxnSpPr>
              <p:cNvPr id="665" name="Rechte verbindingslijn 664">
                <a:extLst>
                  <a:ext uri="{FF2B5EF4-FFF2-40B4-BE49-F238E27FC236}">
                    <a16:creationId xmlns:a16="http://schemas.microsoft.com/office/drawing/2014/main" id="{D3A99DC2-73D7-41C1-AA5F-B1CA576DF738}"/>
                  </a:ext>
                </a:extLst>
              </p:cNvPr>
              <p:cNvCxnSpPr/>
              <p:nvPr userDrawn="1"/>
            </p:nvCxnSpPr>
            <p:spPr>
              <a:xfrm>
                <a:off x="-3310843" y="700986"/>
                <a:ext cx="182598" cy="0"/>
              </a:xfrm>
              <a:prstGeom prst="line">
                <a:avLst/>
              </a:prstGeom>
              <a:grpFill/>
              <a:ln w="19050" cap="flat" cmpd="sng" algn="ctr">
                <a:solidFill>
                  <a:srgbClr val="9D9FA1"/>
                </a:solidFill>
                <a:prstDash val="solid"/>
              </a:ln>
              <a:effectLst/>
            </p:spPr>
          </p:cxnSp>
          <p:cxnSp>
            <p:nvCxnSpPr>
              <p:cNvPr id="666" name="Rechte verbindingslijn 665">
                <a:extLst>
                  <a:ext uri="{FF2B5EF4-FFF2-40B4-BE49-F238E27FC236}">
                    <a16:creationId xmlns:a16="http://schemas.microsoft.com/office/drawing/2014/main" id="{DC5E306C-5BD9-4354-83A8-A457B72C6611}"/>
                  </a:ext>
                </a:extLst>
              </p:cNvPr>
              <p:cNvCxnSpPr/>
              <p:nvPr userDrawn="1"/>
            </p:nvCxnSpPr>
            <p:spPr>
              <a:xfrm>
                <a:off x="-3310843" y="844745"/>
                <a:ext cx="182598" cy="0"/>
              </a:xfrm>
              <a:prstGeom prst="line">
                <a:avLst/>
              </a:prstGeom>
              <a:grpFill/>
              <a:ln w="19050" cap="flat" cmpd="sng" algn="ctr">
                <a:solidFill>
                  <a:srgbClr val="9D9FA1"/>
                </a:solidFill>
                <a:prstDash val="solid"/>
              </a:ln>
              <a:effectLst/>
            </p:spPr>
          </p:cxnSp>
          <p:cxnSp>
            <p:nvCxnSpPr>
              <p:cNvPr id="667" name="Rechte verbindingslijn 666">
                <a:extLst>
                  <a:ext uri="{FF2B5EF4-FFF2-40B4-BE49-F238E27FC236}">
                    <a16:creationId xmlns:a16="http://schemas.microsoft.com/office/drawing/2014/main" id="{7EC362FF-5295-4B0B-8A34-325A717C8AFA}"/>
                  </a:ext>
                </a:extLst>
              </p:cNvPr>
              <p:cNvCxnSpPr/>
              <p:nvPr userDrawn="1"/>
            </p:nvCxnSpPr>
            <p:spPr>
              <a:xfrm>
                <a:off x="-3213196" y="808806"/>
                <a:ext cx="82203" cy="0"/>
              </a:xfrm>
              <a:prstGeom prst="line">
                <a:avLst/>
              </a:prstGeom>
              <a:grpFill/>
              <a:ln w="19050" cap="flat" cmpd="sng" algn="ctr">
                <a:solidFill>
                  <a:srgbClr val="9D9FA1"/>
                </a:solidFill>
                <a:prstDash val="solid"/>
              </a:ln>
              <a:effectLst/>
            </p:spPr>
          </p:cxnSp>
          <p:cxnSp>
            <p:nvCxnSpPr>
              <p:cNvPr id="668" name="Rechte verbindingslijn 667">
                <a:extLst>
                  <a:ext uri="{FF2B5EF4-FFF2-40B4-BE49-F238E27FC236}">
                    <a16:creationId xmlns:a16="http://schemas.microsoft.com/office/drawing/2014/main" id="{5EC8729C-F785-49E4-83EF-1E156790D774}"/>
                  </a:ext>
                </a:extLst>
              </p:cNvPr>
              <p:cNvCxnSpPr/>
              <p:nvPr userDrawn="1"/>
            </p:nvCxnSpPr>
            <p:spPr>
              <a:xfrm>
                <a:off x="-3213196" y="772866"/>
                <a:ext cx="82203" cy="0"/>
              </a:xfrm>
              <a:prstGeom prst="line">
                <a:avLst/>
              </a:prstGeom>
              <a:grpFill/>
              <a:ln w="19050" cap="flat" cmpd="sng" algn="ctr">
                <a:solidFill>
                  <a:srgbClr val="9D9FA1"/>
                </a:solidFill>
                <a:prstDash val="solid"/>
              </a:ln>
              <a:effectLst/>
            </p:spPr>
          </p:cxnSp>
          <p:cxnSp>
            <p:nvCxnSpPr>
              <p:cNvPr id="669" name="Rechte verbindingslijn 668">
                <a:extLst>
                  <a:ext uri="{FF2B5EF4-FFF2-40B4-BE49-F238E27FC236}">
                    <a16:creationId xmlns:a16="http://schemas.microsoft.com/office/drawing/2014/main" id="{A059D88C-5850-46C6-BEEC-D20212F3D514}"/>
                  </a:ext>
                </a:extLst>
              </p:cNvPr>
              <p:cNvCxnSpPr/>
              <p:nvPr userDrawn="1"/>
            </p:nvCxnSpPr>
            <p:spPr>
              <a:xfrm>
                <a:off x="-3213196" y="736926"/>
                <a:ext cx="82203" cy="0"/>
              </a:xfrm>
              <a:prstGeom prst="line">
                <a:avLst/>
              </a:prstGeom>
              <a:grpFill/>
              <a:ln w="19050" cap="flat" cmpd="sng" algn="ctr">
                <a:solidFill>
                  <a:srgbClr val="9D9FA1"/>
                </a:solidFill>
                <a:prstDash val="solid"/>
              </a:ln>
              <a:effectLst/>
            </p:spPr>
          </p:cxnSp>
        </p:grpSp>
        <p:sp>
          <p:nvSpPr>
            <p:cNvPr id="657" name="Pijl: rechts 656">
              <a:extLst>
                <a:ext uri="{FF2B5EF4-FFF2-40B4-BE49-F238E27FC236}">
                  <a16:creationId xmlns:a16="http://schemas.microsoft.com/office/drawing/2014/main" id="{57B21709-41A9-4BF2-AA2E-571F097A3AAE}"/>
                </a:ext>
              </a:extLst>
            </p:cNvPr>
            <p:cNvSpPr/>
            <p:nvPr userDrawn="1"/>
          </p:nvSpPr>
          <p:spPr>
            <a:xfrm>
              <a:off x="3104699" y="2782156"/>
              <a:ext cx="120562" cy="115831"/>
            </a:xfrm>
            <a:prstGeom prst="rightArrow">
              <a:avLst>
                <a:gd name="adj1" fmla="val 25329"/>
                <a:gd name="adj2" fmla="val 63628"/>
              </a:avLst>
            </a:prstGeom>
            <a:solidFill>
              <a:srgbClr val="1FF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658" name="Groep 657">
              <a:extLst>
                <a:ext uri="{FF2B5EF4-FFF2-40B4-BE49-F238E27FC236}">
                  <a16:creationId xmlns:a16="http://schemas.microsoft.com/office/drawing/2014/main" id="{75AC5A72-C020-4260-86D1-8D53E88E3839}"/>
                </a:ext>
              </a:extLst>
            </p:cNvPr>
            <p:cNvGrpSpPr/>
            <p:nvPr userDrawn="1"/>
          </p:nvGrpSpPr>
          <p:grpSpPr>
            <a:xfrm>
              <a:off x="2745475" y="2728138"/>
              <a:ext cx="287778" cy="226154"/>
              <a:chOff x="-3634116" y="700986"/>
              <a:chExt cx="182598" cy="143759"/>
            </a:xfrm>
            <a:solidFill>
              <a:schemeClr val="bg1"/>
            </a:solidFill>
          </p:grpSpPr>
          <p:cxnSp>
            <p:nvCxnSpPr>
              <p:cNvPr id="660" name="Rechte verbindingslijn 659">
                <a:extLst>
                  <a:ext uri="{FF2B5EF4-FFF2-40B4-BE49-F238E27FC236}">
                    <a16:creationId xmlns:a16="http://schemas.microsoft.com/office/drawing/2014/main" id="{22609FB4-0C86-4E44-AEFF-ACFEDDE81196}"/>
                  </a:ext>
                </a:extLst>
              </p:cNvPr>
              <p:cNvCxnSpPr/>
              <p:nvPr userDrawn="1"/>
            </p:nvCxnSpPr>
            <p:spPr>
              <a:xfrm>
                <a:off x="-3634116" y="700986"/>
                <a:ext cx="182598" cy="0"/>
              </a:xfrm>
              <a:prstGeom prst="line">
                <a:avLst/>
              </a:prstGeom>
              <a:grpFill/>
              <a:ln w="19050" cap="flat" cmpd="sng" algn="ctr">
                <a:solidFill>
                  <a:srgbClr val="9D9FA1"/>
                </a:solidFill>
                <a:prstDash val="solid"/>
              </a:ln>
              <a:effectLst/>
            </p:spPr>
          </p:cxnSp>
          <p:cxnSp>
            <p:nvCxnSpPr>
              <p:cNvPr id="661" name="Rechte verbindingslijn 660">
                <a:extLst>
                  <a:ext uri="{FF2B5EF4-FFF2-40B4-BE49-F238E27FC236}">
                    <a16:creationId xmlns:a16="http://schemas.microsoft.com/office/drawing/2014/main" id="{B65A2A7A-7B8B-4A62-82EE-290A91420FAC}"/>
                  </a:ext>
                </a:extLst>
              </p:cNvPr>
              <p:cNvCxnSpPr/>
              <p:nvPr userDrawn="1"/>
            </p:nvCxnSpPr>
            <p:spPr>
              <a:xfrm>
                <a:off x="-3634116" y="844745"/>
                <a:ext cx="182598" cy="0"/>
              </a:xfrm>
              <a:prstGeom prst="line">
                <a:avLst/>
              </a:prstGeom>
              <a:grpFill/>
              <a:ln w="19050" cap="flat" cmpd="sng" algn="ctr">
                <a:solidFill>
                  <a:srgbClr val="9D9FA1"/>
                </a:solidFill>
                <a:prstDash val="solid"/>
              </a:ln>
              <a:effectLst/>
            </p:spPr>
          </p:cxnSp>
          <p:cxnSp>
            <p:nvCxnSpPr>
              <p:cNvPr id="662" name="Rechte verbindingslijn 661">
                <a:extLst>
                  <a:ext uri="{FF2B5EF4-FFF2-40B4-BE49-F238E27FC236}">
                    <a16:creationId xmlns:a16="http://schemas.microsoft.com/office/drawing/2014/main" id="{3D8A83E6-99AB-4A61-B9FD-9490964F7F38}"/>
                  </a:ext>
                </a:extLst>
              </p:cNvPr>
              <p:cNvCxnSpPr/>
              <p:nvPr userDrawn="1"/>
            </p:nvCxnSpPr>
            <p:spPr>
              <a:xfrm>
                <a:off x="-3536469" y="808806"/>
                <a:ext cx="82203" cy="0"/>
              </a:xfrm>
              <a:prstGeom prst="line">
                <a:avLst/>
              </a:prstGeom>
              <a:grpFill/>
              <a:ln w="19050" cap="flat" cmpd="sng" algn="ctr">
                <a:solidFill>
                  <a:srgbClr val="9D9FA1"/>
                </a:solidFill>
                <a:prstDash val="solid"/>
              </a:ln>
              <a:effectLst/>
            </p:spPr>
          </p:cxnSp>
          <p:cxnSp>
            <p:nvCxnSpPr>
              <p:cNvPr id="663" name="Rechte verbindingslijn 662">
                <a:extLst>
                  <a:ext uri="{FF2B5EF4-FFF2-40B4-BE49-F238E27FC236}">
                    <a16:creationId xmlns:a16="http://schemas.microsoft.com/office/drawing/2014/main" id="{F28CB691-8F1F-4A65-87DE-DF0CD16C20FC}"/>
                  </a:ext>
                </a:extLst>
              </p:cNvPr>
              <p:cNvCxnSpPr/>
              <p:nvPr userDrawn="1"/>
            </p:nvCxnSpPr>
            <p:spPr>
              <a:xfrm>
                <a:off x="-3536469" y="772866"/>
                <a:ext cx="82203" cy="0"/>
              </a:xfrm>
              <a:prstGeom prst="line">
                <a:avLst/>
              </a:prstGeom>
              <a:grpFill/>
              <a:ln w="19050" cap="flat" cmpd="sng" algn="ctr">
                <a:solidFill>
                  <a:srgbClr val="9D9FA1"/>
                </a:solidFill>
                <a:prstDash val="solid"/>
              </a:ln>
              <a:effectLst/>
            </p:spPr>
          </p:cxnSp>
          <p:cxnSp>
            <p:nvCxnSpPr>
              <p:cNvPr id="664" name="Rechte verbindingslijn 663">
                <a:extLst>
                  <a:ext uri="{FF2B5EF4-FFF2-40B4-BE49-F238E27FC236}">
                    <a16:creationId xmlns:a16="http://schemas.microsoft.com/office/drawing/2014/main" id="{C2C5E113-76CD-4458-A3B9-7B0AE1675EA4}"/>
                  </a:ext>
                </a:extLst>
              </p:cNvPr>
              <p:cNvCxnSpPr/>
              <p:nvPr userDrawn="1"/>
            </p:nvCxnSpPr>
            <p:spPr>
              <a:xfrm>
                <a:off x="-3536469" y="736926"/>
                <a:ext cx="82203" cy="0"/>
              </a:xfrm>
              <a:prstGeom prst="line">
                <a:avLst/>
              </a:prstGeom>
              <a:grpFill/>
              <a:ln w="19050" cap="flat" cmpd="sng" algn="ctr">
                <a:solidFill>
                  <a:srgbClr val="9D9FA1"/>
                </a:solidFill>
                <a:prstDash val="solid"/>
              </a:ln>
              <a:effectLst/>
            </p:spPr>
          </p:cxnSp>
        </p:grpSp>
        <p:sp>
          <p:nvSpPr>
            <p:cNvPr id="659" name="Pijl: rechts 658">
              <a:extLst>
                <a:ext uri="{FF2B5EF4-FFF2-40B4-BE49-F238E27FC236}">
                  <a16:creationId xmlns:a16="http://schemas.microsoft.com/office/drawing/2014/main" id="{B16CF49D-B031-44B6-86C7-6DB9C981385E}"/>
                </a:ext>
              </a:extLst>
            </p:cNvPr>
            <p:cNvSpPr/>
            <p:nvPr/>
          </p:nvSpPr>
          <p:spPr>
            <a:xfrm flipH="1">
              <a:off x="2745475" y="2782156"/>
              <a:ext cx="120562" cy="115831"/>
            </a:xfrm>
            <a:prstGeom prst="rightArrow">
              <a:avLst>
                <a:gd name="adj1" fmla="val 25329"/>
                <a:gd name="adj2" fmla="val 63628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rgbClr val="211F2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" name="Rechthoek 8">
            <a:extLst>
              <a:ext uri="{FF2B5EF4-FFF2-40B4-BE49-F238E27FC236}">
                <a16:creationId xmlns:a16="http://schemas.microsoft.com/office/drawing/2014/main" id="{9DF5F7C7-D481-493E-9CCC-18CD69E3C141}"/>
              </a:ext>
            </a:extLst>
          </p:cNvPr>
          <p:cNvSpPr/>
          <p:nvPr userDrawn="1"/>
        </p:nvSpPr>
        <p:spPr>
          <a:xfrm>
            <a:off x="5113217" y="3801850"/>
            <a:ext cx="772329" cy="197428"/>
          </a:xfrm>
          <a:prstGeom prst="rect">
            <a:avLst/>
          </a:prstGeom>
          <a:solidFill>
            <a:srgbClr val="1FF5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700" cap="all" baseline="0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BEKIJK VIDEO</a:t>
            </a:r>
          </a:p>
        </p:txBody>
      </p:sp>
      <p:sp>
        <p:nvSpPr>
          <p:cNvPr id="107" name="Rechthoek 106">
            <a:extLst>
              <a:ext uri="{FF2B5EF4-FFF2-40B4-BE49-F238E27FC236}">
                <a16:creationId xmlns:a16="http://schemas.microsoft.com/office/drawing/2014/main" id="{6781B612-754D-41CD-9617-283B544BFD9B}"/>
              </a:ext>
            </a:extLst>
          </p:cNvPr>
          <p:cNvSpPr/>
          <p:nvPr userDrawn="1"/>
        </p:nvSpPr>
        <p:spPr>
          <a:xfrm>
            <a:off x="5113217" y="6024148"/>
            <a:ext cx="772329" cy="197428"/>
          </a:xfrm>
          <a:prstGeom prst="rect">
            <a:avLst/>
          </a:prstGeom>
          <a:solidFill>
            <a:srgbClr val="1FF5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700" cap="all" baseline="0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BEKIJK VIDEO</a:t>
            </a:r>
          </a:p>
        </p:txBody>
      </p:sp>
      <p:sp>
        <p:nvSpPr>
          <p:cNvPr id="108" name="Rechthoek 107">
            <a:extLst>
              <a:ext uri="{FF2B5EF4-FFF2-40B4-BE49-F238E27FC236}">
                <a16:creationId xmlns:a16="http://schemas.microsoft.com/office/drawing/2014/main" id="{799C3DE2-7F7C-4FFE-A946-568A1DC8F53B}"/>
              </a:ext>
            </a:extLst>
          </p:cNvPr>
          <p:cNvSpPr/>
          <p:nvPr userDrawn="1"/>
        </p:nvSpPr>
        <p:spPr>
          <a:xfrm>
            <a:off x="7613754" y="3801850"/>
            <a:ext cx="772329" cy="197428"/>
          </a:xfrm>
          <a:prstGeom prst="rect">
            <a:avLst/>
          </a:prstGeom>
          <a:solidFill>
            <a:srgbClr val="1FF5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700" cap="all" baseline="0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BEKIJK VIDEO</a:t>
            </a:r>
          </a:p>
        </p:txBody>
      </p:sp>
      <p:sp>
        <p:nvSpPr>
          <p:cNvPr id="109" name="Rechthoek 108">
            <a:extLst>
              <a:ext uri="{FF2B5EF4-FFF2-40B4-BE49-F238E27FC236}">
                <a16:creationId xmlns:a16="http://schemas.microsoft.com/office/drawing/2014/main" id="{A528ECDD-6D6D-40EF-978F-8DF442DED333}"/>
              </a:ext>
            </a:extLst>
          </p:cNvPr>
          <p:cNvSpPr/>
          <p:nvPr userDrawn="1"/>
        </p:nvSpPr>
        <p:spPr>
          <a:xfrm>
            <a:off x="7613754" y="6024148"/>
            <a:ext cx="772329" cy="197428"/>
          </a:xfrm>
          <a:prstGeom prst="rect">
            <a:avLst/>
          </a:prstGeom>
          <a:solidFill>
            <a:srgbClr val="1FF5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700" cap="all" baseline="0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BEKIJK VIDEO</a:t>
            </a:r>
          </a:p>
        </p:txBody>
      </p:sp>
      <p:sp>
        <p:nvSpPr>
          <p:cNvPr id="110" name="Rechthoek 109">
            <a:extLst>
              <a:ext uri="{FF2B5EF4-FFF2-40B4-BE49-F238E27FC236}">
                <a16:creationId xmlns:a16="http://schemas.microsoft.com/office/drawing/2014/main" id="{1584A8F6-DC95-467F-AD71-8093C864A6E3}"/>
              </a:ext>
            </a:extLst>
          </p:cNvPr>
          <p:cNvSpPr/>
          <p:nvPr userDrawn="1"/>
        </p:nvSpPr>
        <p:spPr>
          <a:xfrm>
            <a:off x="10114291" y="3801850"/>
            <a:ext cx="772329" cy="197428"/>
          </a:xfrm>
          <a:prstGeom prst="rect">
            <a:avLst/>
          </a:prstGeom>
          <a:solidFill>
            <a:srgbClr val="1FF5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700" cap="all" baseline="0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BEKIJK VIDEO</a:t>
            </a:r>
          </a:p>
        </p:txBody>
      </p:sp>
      <p:sp>
        <p:nvSpPr>
          <p:cNvPr id="111" name="Rechthoek 110">
            <a:extLst>
              <a:ext uri="{FF2B5EF4-FFF2-40B4-BE49-F238E27FC236}">
                <a16:creationId xmlns:a16="http://schemas.microsoft.com/office/drawing/2014/main" id="{44709A97-51A6-441E-BE58-8E0A842EB57A}"/>
              </a:ext>
            </a:extLst>
          </p:cNvPr>
          <p:cNvSpPr/>
          <p:nvPr userDrawn="1"/>
        </p:nvSpPr>
        <p:spPr>
          <a:xfrm>
            <a:off x="9849544" y="6028125"/>
            <a:ext cx="1301822" cy="197428"/>
          </a:xfrm>
          <a:prstGeom prst="rect">
            <a:avLst/>
          </a:prstGeom>
          <a:solidFill>
            <a:srgbClr val="1FF5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700" cap="all" baseline="0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Ga naar de community</a:t>
            </a:r>
          </a:p>
        </p:txBody>
      </p:sp>
      <p:grpSp>
        <p:nvGrpSpPr>
          <p:cNvPr id="11" name="HYPERLINKS KNOPPEN">
            <a:extLst>
              <a:ext uri="{FF2B5EF4-FFF2-40B4-BE49-F238E27FC236}">
                <a16:creationId xmlns:a16="http://schemas.microsoft.com/office/drawing/2014/main" id="{399B31C3-B023-4B1A-8F83-DBC9A4B9EA82}"/>
              </a:ext>
            </a:extLst>
          </p:cNvPr>
          <p:cNvGrpSpPr/>
          <p:nvPr userDrawn="1"/>
        </p:nvGrpSpPr>
        <p:grpSpPr>
          <a:xfrm>
            <a:off x="4306222" y="2023215"/>
            <a:ext cx="7383894" cy="4379388"/>
            <a:chOff x="4306222" y="1991316"/>
            <a:chExt cx="7383894" cy="4379388"/>
          </a:xfrm>
        </p:grpSpPr>
        <p:sp>
          <p:nvSpPr>
            <p:cNvPr id="10" name="HYPERLINK1">
              <a:hlinkClick r:id="rId8"/>
              <a:extLst>
                <a:ext uri="{FF2B5EF4-FFF2-40B4-BE49-F238E27FC236}">
                  <a16:creationId xmlns:a16="http://schemas.microsoft.com/office/drawing/2014/main" id="{13BA5069-6257-4F1C-AE91-BFBF73FA6D80}"/>
                </a:ext>
              </a:extLst>
            </p:cNvPr>
            <p:cNvSpPr/>
            <p:nvPr userDrawn="1"/>
          </p:nvSpPr>
          <p:spPr>
            <a:xfrm>
              <a:off x="4306222" y="1991316"/>
              <a:ext cx="2381293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HYPERLINK2">
              <a:hlinkClick r:id="rId9"/>
              <a:extLst>
                <a:ext uri="{FF2B5EF4-FFF2-40B4-BE49-F238E27FC236}">
                  <a16:creationId xmlns:a16="http://schemas.microsoft.com/office/drawing/2014/main" id="{9392AD01-2DE4-4416-946A-1887EFEAB9FC}"/>
                </a:ext>
              </a:extLst>
            </p:cNvPr>
            <p:cNvSpPr/>
            <p:nvPr userDrawn="1"/>
          </p:nvSpPr>
          <p:spPr>
            <a:xfrm>
              <a:off x="6807522" y="1991316"/>
              <a:ext cx="2381293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HYPERLINK3">
              <a:hlinkClick r:id="rId10"/>
              <a:extLst>
                <a:ext uri="{FF2B5EF4-FFF2-40B4-BE49-F238E27FC236}">
                  <a16:creationId xmlns:a16="http://schemas.microsoft.com/office/drawing/2014/main" id="{56421FCE-7656-4936-85CD-AC87B63904E4}"/>
                </a:ext>
              </a:extLst>
            </p:cNvPr>
            <p:cNvSpPr/>
            <p:nvPr userDrawn="1"/>
          </p:nvSpPr>
          <p:spPr>
            <a:xfrm>
              <a:off x="9308823" y="1991316"/>
              <a:ext cx="2381293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5" name="HYPERLINK4">
              <a:hlinkClick r:id="rId11"/>
              <a:extLst>
                <a:ext uri="{FF2B5EF4-FFF2-40B4-BE49-F238E27FC236}">
                  <a16:creationId xmlns:a16="http://schemas.microsoft.com/office/drawing/2014/main" id="{11C0386D-74F9-4E1A-BAE8-76C92B5FC470}"/>
                </a:ext>
              </a:extLst>
            </p:cNvPr>
            <p:cNvSpPr/>
            <p:nvPr userDrawn="1"/>
          </p:nvSpPr>
          <p:spPr>
            <a:xfrm>
              <a:off x="4306222" y="4240457"/>
              <a:ext cx="2381293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6" name="HYPERLINK5">
              <a:hlinkClick r:id="rId12"/>
              <a:extLst>
                <a:ext uri="{FF2B5EF4-FFF2-40B4-BE49-F238E27FC236}">
                  <a16:creationId xmlns:a16="http://schemas.microsoft.com/office/drawing/2014/main" id="{6F34050F-C998-4C26-8D62-EFD80B8B0E09}"/>
                </a:ext>
              </a:extLst>
            </p:cNvPr>
            <p:cNvSpPr/>
            <p:nvPr userDrawn="1"/>
          </p:nvSpPr>
          <p:spPr>
            <a:xfrm>
              <a:off x="6807522" y="4240457"/>
              <a:ext cx="2381293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7" name="HYPERLINK6">
              <a:hlinkClick r:id="rId13"/>
              <a:extLst>
                <a:ext uri="{FF2B5EF4-FFF2-40B4-BE49-F238E27FC236}">
                  <a16:creationId xmlns:a16="http://schemas.microsoft.com/office/drawing/2014/main" id="{B6DEB31D-C103-4B88-AD1A-D2FB05D1D955}"/>
                </a:ext>
              </a:extLst>
            </p:cNvPr>
            <p:cNvSpPr/>
            <p:nvPr userDrawn="1"/>
          </p:nvSpPr>
          <p:spPr>
            <a:xfrm>
              <a:off x="9308823" y="4240457"/>
              <a:ext cx="2381293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9526993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IEUWE 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hoek 34">
            <a:extLst>
              <a:ext uri="{FF2B5EF4-FFF2-40B4-BE49-F238E27FC236}">
                <a16:creationId xmlns:a16="http://schemas.microsoft.com/office/drawing/2014/main" id="{39BC7DDF-18B5-40BE-9474-CDBAF7B655F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nl-NL" sz="1600" cap="all" baseline="0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DARKGREY">
            <a:extLst>
              <a:ext uri="{FF2B5EF4-FFF2-40B4-BE49-F238E27FC236}">
                <a16:creationId xmlns:a16="http://schemas.microsoft.com/office/drawing/2014/main" id="{CEAAA006-41EB-43E1-ABF7-AE91B9D6F412}"/>
              </a:ext>
            </a:extLst>
          </p:cNvPr>
          <p:cNvSpPr/>
          <p:nvPr userDrawn="1"/>
        </p:nvSpPr>
        <p:spPr>
          <a:xfrm>
            <a:off x="0" y="0"/>
            <a:ext cx="5929395" cy="6866964"/>
          </a:xfrm>
          <a:custGeom>
            <a:avLst/>
            <a:gdLst>
              <a:gd name="connsiteX0" fmla="*/ 0 w 5929395"/>
              <a:gd name="connsiteY0" fmla="*/ 0 h 6866964"/>
              <a:gd name="connsiteX1" fmla="*/ 1174299 w 5929395"/>
              <a:gd name="connsiteY1" fmla="*/ 0 h 6866964"/>
              <a:gd name="connsiteX2" fmla="*/ 4022448 w 5929395"/>
              <a:gd name="connsiteY2" fmla="*/ 0 h 6866964"/>
              <a:gd name="connsiteX3" fmla="*/ 5196747 w 5929395"/>
              <a:gd name="connsiteY3" fmla="*/ 0 h 6866964"/>
              <a:gd name="connsiteX4" fmla="*/ 5271120 w 5929395"/>
              <a:gd name="connsiteY4" fmla="*/ 145212 h 6866964"/>
              <a:gd name="connsiteX5" fmla="*/ 5929395 w 5929395"/>
              <a:gd name="connsiteY5" fmla="*/ 3039309 h 6866964"/>
              <a:gd name="connsiteX6" fmla="*/ 4789327 w 5929395"/>
              <a:gd name="connsiteY6" fmla="*/ 6771635 h 6866964"/>
              <a:gd name="connsiteX7" fmla="*/ 4721537 w 5929395"/>
              <a:gd name="connsiteY7" fmla="*/ 6866964 h 6866964"/>
              <a:gd name="connsiteX8" fmla="*/ 3547238 w 5929395"/>
              <a:gd name="connsiteY8" fmla="*/ 6866964 h 6866964"/>
              <a:gd name="connsiteX9" fmla="*/ 1174299 w 5929395"/>
              <a:gd name="connsiteY9" fmla="*/ 6866964 h 6866964"/>
              <a:gd name="connsiteX10" fmla="*/ 0 w 5929395"/>
              <a:gd name="connsiteY10" fmla="*/ 6866964 h 6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29395" h="6866964">
                <a:moveTo>
                  <a:pt x="0" y="0"/>
                </a:moveTo>
                <a:lnTo>
                  <a:pt x="1174299" y="0"/>
                </a:lnTo>
                <a:lnTo>
                  <a:pt x="4022448" y="0"/>
                </a:lnTo>
                <a:lnTo>
                  <a:pt x="5196747" y="0"/>
                </a:lnTo>
                <a:lnTo>
                  <a:pt x="5271120" y="145212"/>
                </a:lnTo>
                <a:cubicBezTo>
                  <a:pt x="5692983" y="1020720"/>
                  <a:pt x="5929395" y="2002406"/>
                  <a:pt x="5929395" y="3039309"/>
                </a:cubicBezTo>
                <a:cubicBezTo>
                  <a:pt x="5929395" y="4421847"/>
                  <a:pt x="5509107" y="5706221"/>
                  <a:pt x="4789327" y="6771635"/>
                </a:cubicBezTo>
                <a:lnTo>
                  <a:pt x="4721537" y="6866964"/>
                </a:lnTo>
                <a:lnTo>
                  <a:pt x="3547238" y="6866964"/>
                </a:lnTo>
                <a:lnTo>
                  <a:pt x="1174299" y="6866964"/>
                </a:lnTo>
                <a:lnTo>
                  <a:pt x="0" y="6866964"/>
                </a:lnTo>
                <a:close/>
              </a:path>
            </a:pathLst>
          </a:custGeom>
          <a:solidFill>
            <a:srgbClr val="211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nl-NL" noProof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2" name="Rechthoek 131">
            <a:extLst>
              <a:ext uri="{FF2B5EF4-FFF2-40B4-BE49-F238E27FC236}">
                <a16:creationId xmlns:a16="http://schemas.microsoft.com/office/drawing/2014/main" id="{51B2BB6D-DA5E-43A7-AACF-6E540666ECEE}"/>
              </a:ext>
            </a:extLst>
          </p:cNvPr>
          <p:cNvSpPr/>
          <p:nvPr userDrawn="1"/>
        </p:nvSpPr>
        <p:spPr>
          <a:xfrm>
            <a:off x="4749760" y="2340040"/>
            <a:ext cx="3410366" cy="4026277"/>
          </a:xfrm>
          <a:prstGeom prst="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1" name="Afbeelding 140">
            <a:extLst>
              <a:ext uri="{FF2B5EF4-FFF2-40B4-BE49-F238E27FC236}">
                <a16:creationId xmlns:a16="http://schemas.microsoft.com/office/drawing/2014/main" id="{4C6DEE38-B935-4B98-98D1-50F4F1EC4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4"/>
          <a:stretch/>
        </p:blipFill>
        <p:spPr>
          <a:xfrm>
            <a:off x="4964543" y="2558312"/>
            <a:ext cx="2980800" cy="1538379"/>
          </a:xfrm>
          <a:prstGeom prst="rect">
            <a:avLst/>
          </a:prstGeom>
          <a:ln>
            <a:solidFill>
              <a:srgbClr val="DADADA"/>
            </a:solidFill>
          </a:ln>
        </p:spPr>
      </p:pic>
      <p:sp>
        <p:nvSpPr>
          <p:cNvPr id="131" name="Rechthoek 130">
            <a:extLst>
              <a:ext uri="{FF2B5EF4-FFF2-40B4-BE49-F238E27FC236}">
                <a16:creationId xmlns:a16="http://schemas.microsoft.com/office/drawing/2014/main" id="{7295378A-B0D4-4BF9-B81F-594F547E3B8D}"/>
              </a:ext>
            </a:extLst>
          </p:cNvPr>
          <p:cNvSpPr/>
          <p:nvPr userDrawn="1"/>
        </p:nvSpPr>
        <p:spPr>
          <a:xfrm>
            <a:off x="1221298" y="2340040"/>
            <a:ext cx="3410366" cy="4026277"/>
          </a:xfrm>
          <a:prstGeom prst="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3" name="Rechthoek 132">
            <a:extLst>
              <a:ext uri="{FF2B5EF4-FFF2-40B4-BE49-F238E27FC236}">
                <a16:creationId xmlns:a16="http://schemas.microsoft.com/office/drawing/2014/main" id="{C40B186D-BBA6-4BA4-B83B-EC1994F82947}"/>
              </a:ext>
            </a:extLst>
          </p:cNvPr>
          <p:cNvSpPr/>
          <p:nvPr userDrawn="1"/>
        </p:nvSpPr>
        <p:spPr>
          <a:xfrm>
            <a:off x="8278223" y="2340040"/>
            <a:ext cx="3410366" cy="4026277"/>
          </a:xfrm>
          <a:prstGeom prst="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8" name="Rechthoek 137">
            <a:extLst>
              <a:ext uri="{FF2B5EF4-FFF2-40B4-BE49-F238E27FC236}">
                <a16:creationId xmlns:a16="http://schemas.microsoft.com/office/drawing/2014/main" id="{5A635E71-20CF-401E-A883-CD6B24E6F3EE}"/>
              </a:ext>
            </a:extLst>
          </p:cNvPr>
          <p:cNvSpPr/>
          <p:nvPr userDrawn="1"/>
        </p:nvSpPr>
        <p:spPr>
          <a:xfrm>
            <a:off x="8278806" y="5051293"/>
            <a:ext cx="3409200" cy="1315024"/>
          </a:xfrm>
          <a:prstGeom prst="rect">
            <a:avLst/>
          </a:prstGeom>
          <a:pattFill prst="wdDnDiag">
            <a:fgClr>
              <a:srgbClr val="E0E0E0"/>
            </a:fgClr>
            <a:bgClr>
              <a:srgbClr val="ECECEC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nl-NL" sz="1600" b="0" i="0" u="none" strike="noStrike" kern="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6" name="Rechthoek 135">
            <a:extLst>
              <a:ext uri="{FF2B5EF4-FFF2-40B4-BE49-F238E27FC236}">
                <a16:creationId xmlns:a16="http://schemas.microsoft.com/office/drawing/2014/main" id="{AA64731A-6045-44D0-A1E1-8F6A5129079B}"/>
              </a:ext>
            </a:extLst>
          </p:cNvPr>
          <p:cNvSpPr/>
          <p:nvPr userDrawn="1"/>
        </p:nvSpPr>
        <p:spPr>
          <a:xfrm>
            <a:off x="1221881" y="5051293"/>
            <a:ext cx="3409200" cy="1315024"/>
          </a:xfrm>
          <a:prstGeom prst="rect">
            <a:avLst/>
          </a:prstGeom>
          <a:pattFill prst="wdDnDiag">
            <a:fgClr>
              <a:srgbClr val="E0E0E0"/>
            </a:fgClr>
            <a:bgClr>
              <a:srgbClr val="ECECEC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nl-NL" sz="1600" b="0" i="0" u="none" strike="noStrike" kern="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Rechthoek 136">
            <a:extLst>
              <a:ext uri="{FF2B5EF4-FFF2-40B4-BE49-F238E27FC236}">
                <a16:creationId xmlns:a16="http://schemas.microsoft.com/office/drawing/2014/main" id="{1D96E0B2-A786-4DDF-9504-716A789E83A2}"/>
              </a:ext>
            </a:extLst>
          </p:cNvPr>
          <p:cNvSpPr/>
          <p:nvPr userDrawn="1"/>
        </p:nvSpPr>
        <p:spPr>
          <a:xfrm>
            <a:off x="4750343" y="5051293"/>
            <a:ext cx="3409200" cy="1315024"/>
          </a:xfrm>
          <a:prstGeom prst="rect">
            <a:avLst/>
          </a:prstGeom>
          <a:pattFill prst="wdDnDiag">
            <a:fgClr>
              <a:srgbClr val="E0E0E0"/>
            </a:fgClr>
            <a:bgClr>
              <a:srgbClr val="ECECEC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nl-NL" sz="1600" b="0" i="0" u="none" strike="noStrike" kern="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2" name="Titel 1">
            <a:extLst>
              <a:ext uri="{FF2B5EF4-FFF2-40B4-BE49-F238E27FC236}">
                <a16:creationId xmlns:a16="http://schemas.microsoft.com/office/drawing/2014/main" id="{D4CD8423-CE25-4486-B727-75B9DC6C1653}"/>
              </a:ext>
            </a:extLst>
          </p:cNvPr>
          <p:cNvSpPr txBox="1">
            <a:spLocks/>
          </p:cNvSpPr>
          <p:nvPr userDrawn="1"/>
        </p:nvSpPr>
        <p:spPr>
          <a:xfrm>
            <a:off x="1221298" y="1214470"/>
            <a:ext cx="5624670" cy="65795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000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0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Een nieuwe </a:t>
            </a:r>
            <a:br>
              <a:rPr kumimoji="0" lang="nl-NL" sz="30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</a:br>
            <a:r>
              <a:rPr kumimoji="0" lang="nl-NL" sz="30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dia toevoegen</a:t>
            </a:r>
          </a:p>
        </p:txBody>
      </p:sp>
      <p:grpSp>
        <p:nvGrpSpPr>
          <p:cNvPr id="633" name="P">
            <a:extLst>
              <a:ext uri="{FF2B5EF4-FFF2-40B4-BE49-F238E27FC236}">
                <a16:creationId xmlns:a16="http://schemas.microsoft.com/office/drawing/2014/main" id="{11A8826A-2199-4656-B538-A6A242F6B3E0}"/>
              </a:ext>
            </a:extLst>
          </p:cNvPr>
          <p:cNvGrpSpPr/>
          <p:nvPr userDrawn="1"/>
        </p:nvGrpSpPr>
        <p:grpSpPr>
          <a:xfrm>
            <a:off x="970649" y="720000"/>
            <a:ext cx="360000" cy="360000"/>
            <a:chOff x="2399038" y="2408969"/>
            <a:chExt cx="2162441" cy="2140423"/>
          </a:xfrm>
          <a:solidFill>
            <a:srgbClr val="1FF524"/>
          </a:solidFill>
        </p:grpSpPr>
        <p:sp>
          <p:nvSpPr>
            <p:cNvPr id="634" name="Rechthoekige driehoek 633">
              <a:extLst>
                <a:ext uri="{FF2B5EF4-FFF2-40B4-BE49-F238E27FC236}">
                  <a16:creationId xmlns:a16="http://schemas.microsoft.com/office/drawing/2014/main" id="{21F376FD-EE25-4C84-A7D5-8BDDC9CA2793}"/>
                </a:ext>
              </a:extLst>
            </p:cNvPr>
            <p:cNvSpPr/>
            <p:nvPr userDrawn="1"/>
          </p:nvSpPr>
          <p:spPr>
            <a:xfrm rot="5400000">
              <a:off x="2399038" y="3107765"/>
              <a:ext cx="1441627" cy="1441627"/>
            </a:xfrm>
            <a:prstGeom prst="rtTriangle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635" name="Rechthoek 634">
              <a:extLst>
                <a:ext uri="{FF2B5EF4-FFF2-40B4-BE49-F238E27FC236}">
                  <a16:creationId xmlns:a16="http://schemas.microsoft.com/office/drawing/2014/main" id="{EF19989B-661F-4E85-941B-A3376877AE85}"/>
                </a:ext>
              </a:extLst>
            </p:cNvPr>
            <p:cNvSpPr/>
            <p:nvPr userDrawn="1"/>
          </p:nvSpPr>
          <p:spPr>
            <a:xfrm>
              <a:off x="2399038" y="2408969"/>
              <a:ext cx="1441627" cy="1441627"/>
            </a:xfrm>
            <a:prstGeom prst="rect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636" name="Ovaal 635">
              <a:extLst>
                <a:ext uri="{FF2B5EF4-FFF2-40B4-BE49-F238E27FC236}">
                  <a16:creationId xmlns:a16="http://schemas.microsoft.com/office/drawing/2014/main" id="{4384074F-4768-403C-ADBC-7DBE74BCE80C}"/>
                </a:ext>
              </a:extLst>
            </p:cNvPr>
            <p:cNvSpPr/>
            <p:nvPr userDrawn="1"/>
          </p:nvSpPr>
          <p:spPr>
            <a:xfrm>
              <a:off x="3119852" y="2408969"/>
              <a:ext cx="1441627" cy="1441627"/>
            </a:xfrm>
            <a:prstGeom prst="ellipse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29" name="Tekstvak 128">
            <a:extLst>
              <a:ext uri="{FF2B5EF4-FFF2-40B4-BE49-F238E27FC236}">
                <a16:creationId xmlns:a16="http://schemas.microsoft.com/office/drawing/2014/main" id="{03E157D1-72E8-4F8E-A920-E2CD460BBB18}"/>
              </a:ext>
            </a:extLst>
          </p:cNvPr>
          <p:cNvSpPr txBox="1"/>
          <p:nvPr userDrawn="1"/>
        </p:nvSpPr>
        <p:spPr>
          <a:xfrm>
            <a:off x="1558687" y="5260391"/>
            <a:ext cx="2944813" cy="9413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algn="l" defTabSz="914400" rtl="0" eaLnBrk="1" latinLnBrk="0" hangingPunct="1">
              <a:lnSpc>
                <a:spcPct val="90000"/>
              </a:lnSpc>
            </a:pPr>
            <a:r>
              <a:rPr lang="nl-NL" sz="1400" kern="1200" noProof="0">
                <a:solidFill>
                  <a:srgbClr val="211F2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Ga naar de tab </a:t>
            </a:r>
            <a:r>
              <a:rPr lang="nl-NL" sz="1200" kern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‘Invoegen’</a:t>
            </a:r>
            <a:r>
              <a:rPr lang="nl-NL" sz="1400" kern="1200" noProof="0">
                <a:solidFill>
                  <a:srgbClr val="211F2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en</a:t>
            </a:r>
            <a:br>
              <a:rPr lang="nl-NL" sz="1400" kern="1200" noProof="0">
                <a:solidFill>
                  <a:srgbClr val="211F2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</a:br>
            <a:r>
              <a:rPr lang="nl-NL" sz="1400" kern="1200" noProof="0">
                <a:solidFill>
                  <a:srgbClr val="211F2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klik op de knop </a:t>
            </a:r>
            <a:r>
              <a:rPr lang="nl-NL" sz="1200" kern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‘Nieuwe dia’</a:t>
            </a:r>
            <a:r>
              <a:rPr lang="nl-NL" sz="1200" kern="1200" cap="all" noProof="0">
                <a:solidFill>
                  <a:srgbClr val="211F26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nl-NL" sz="1400" kern="1200" noProof="0">
                <a:solidFill>
                  <a:srgbClr val="211F2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om een nieuwe template indeling aan</a:t>
            </a:r>
            <a:br>
              <a:rPr lang="nl-NL" sz="1400" kern="1200" noProof="0">
                <a:solidFill>
                  <a:srgbClr val="211F2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</a:br>
            <a:r>
              <a:rPr lang="nl-NL" sz="1400" kern="1200" noProof="0">
                <a:solidFill>
                  <a:srgbClr val="211F2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 presentatie toe te voegen.</a:t>
            </a:r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97CB32E9-7192-49D7-925D-C5A716C965E0}"/>
              </a:ext>
            </a:extLst>
          </p:cNvPr>
          <p:cNvSpPr txBox="1"/>
          <p:nvPr userDrawn="1"/>
        </p:nvSpPr>
        <p:spPr>
          <a:xfrm>
            <a:off x="5087150" y="5260389"/>
            <a:ext cx="3004226" cy="94135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>
            <a:defPPr>
              <a:defRPr lang="nl-NL"/>
            </a:defPPr>
            <a:lvl1pPr>
              <a:lnSpc>
                <a:spcPct val="90000"/>
              </a:lnSpc>
              <a:defRPr sz="1050">
                <a:solidFill>
                  <a:srgbClr val="44546A"/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nl-NL" sz="1200" kern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LET OP: </a:t>
            </a:r>
            <a:r>
              <a:rPr lang="nl-NL" sz="1400" kern="1200" noProof="0">
                <a:solidFill>
                  <a:srgbClr val="211F2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Het is niet mogelijk een dia</a:t>
            </a:r>
            <a:br>
              <a:rPr lang="nl-NL" sz="1400" kern="1200" noProof="0">
                <a:solidFill>
                  <a:srgbClr val="211F2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</a:br>
            <a:r>
              <a:rPr lang="nl-NL" sz="1400" kern="1200" noProof="0">
                <a:solidFill>
                  <a:srgbClr val="211F2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te plakken uit een andere presentatie. Teksten en andere objecten kunnen één-voor-één worden gekopieerd </a:t>
            </a:r>
          </a:p>
          <a:p>
            <a:pPr marL="0" lvl="0" algn="l" defTabSz="914400" rtl="0" eaLnBrk="1" latinLnBrk="0" hangingPunct="1"/>
            <a:r>
              <a:rPr lang="nl-NL" sz="1400" kern="1200" noProof="0">
                <a:solidFill>
                  <a:srgbClr val="211F2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van de originele dia naar de nieuwe.</a:t>
            </a:r>
          </a:p>
        </p:txBody>
      </p:sp>
      <p:pic>
        <p:nvPicPr>
          <p:cNvPr id="140" name="Afbeelding 139">
            <a:extLst>
              <a:ext uri="{FF2B5EF4-FFF2-40B4-BE49-F238E27FC236}">
                <a16:creationId xmlns:a16="http://schemas.microsoft.com/office/drawing/2014/main" id="{18E951DF-2F42-490A-9AD7-B961A99932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0" b="2782"/>
          <a:stretch/>
        </p:blipFill>
        <p:spPr>
          <a:xfrm>
            <a:off x="1436464" y="2558311"/>
            <a:ext cx="2980034" cy="1538380"/>
          </a:xfrm>
          <a:prstGeom prst="rect">
            <a:avLst/>
          </a:prstGeom>
          <a:ln>
            <a:solidFill>
              <a:srgbClr val="DADADA"/>
            </a:solidFill>
          </a:ln>
        </p:spPr>
      </p:pic>
      <p:pic>
        <p:nvPicPr>
          <p:cNvPr id="142" name="Afbeelding 141">
            <a:extLst>
              <a:ext uri="{FF2B5EF4-FFF2-40B4-BE49-F238E27FC236}">
                <a16:creationId xmlns:a16="http://schemas.microsoft.com/office/drawing/2014/main" id="{F442865F-FD17-4870-8DC8-2BAFE7AC9F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93006" y="2558311"/>
            <a:ext cx="2980800" cy="1538380"/>
          </a:xfrm>
          <a:prstGeom prst="rect">
            <a:avLst/>
          </a:prstGeom>
          <a:ln>
            <a:solidFill>
              <a:srgbClr val="DADADA"/>
            </a:solidFill>
          </a:ln>
        </p:spPr>
      </p:pic>
      <p:sp>
        <p:nvSpPr>
          <p:cNvPr id="126" name="Rechthoek 125">
            <a:extLst>
              <a:ext uri="{FF2B5EF4-FFF2-40B4-BE49-F238E27FC236}">
                <a16:creationId xmlns:a16="http://schemas.microsoft.com/office/drawing/2014/main" id="{5FD5EA8E-CC82-4331-8AAC-1D8CD2EF306F}"/>
              </a:ext>
            </a:extLst>
          </p:cNvPr>
          <p:cNvSpPr/>
          <p:nvPr/>
        </p:nvSpPr>
        <p:spPr>
          <a:xfrm>
            <a:off x="1436325" y="2658135"/>
            <a:ext cx="83556" cy="139595"/>
          </a:xfrm>
          <a:prstGeom prst="rect">
            <a:avLst/>
          </a:prstGeom>
          <a:solidFill>
            <a:srgbClr val="1FF524">
              <a:alpha val="10000"/>
            </a:srgbClr>
          </a:solidFill>
          <a:ln w="15875">
            <a:solidFill>
              <a:srgbClr val="1FF52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nl-NL" sz="1800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1" name="Ovaal 110">
            <a:extLst>
              <a:ext uri="{FF2B5EF4-FFF2-40B4-BE49-F238E27FC236}">
                <a16:creationId xmlns:a16="http://schemas.microsoft.com/office/drawing/2014/main" id="{0FE56C80-025F-4CDF-85A0-6ECE7F5D0880}"/>
              </a:ext>
            </a:extLst>
          </p:cNvPr>
          <p:cNvSpPr/>
          <p:nvPr/>
        </p:nvSpPr>
        <p:spPr>
          <a:xfrm>
            <a:off x="1281321" y="4912444"/>
            <a:ext cx="288000" cy="288000"/>
          </a:xfrm>
          <a:prstGeom prst="ellipse">
            <a:avLst/>
          </a:prstGeom>
          <a:solidFill>
            <a:srgbClr val="18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 noProof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</a:t>
            </a:r>
          </a:p>
        </p:txBody>
      </p:sp>
      <p:sp>
        <p:nvSpPr>
          <p:cNvPr id="112" name="Ovaal 111">
            <a:extLst>
              <a:ext uri="{FF2B5EF4-FFF2-40B4-BE49-F238E27FC236}">
                <a16:creationId xmlns:a16="http://schemas.microsoft.com/office/drawing/2014/main" id="{FAF75E46-6CF8-407C-B923-C20AA17BF27D}"/>
              </a:ext>
            </a:extLst>
          </p:cNvPr>
          <p:cNvSpPr/>
          <p:nvPr/>
        </p:nvSpPr>
        <p:spPr>
          <a:xfrm>
            <a:off x="4809783" y="4912444"/>
            <a:ext cx="288000" cy="288000"/>
          </a:xfrm>
          <a:prstGeom prst="ellipse">
            <a:avLst/>
          </a:prstGeom>
          <a:solidFill>
            <a:srgbClr val="18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 noProof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B</a:t>
            </a:r>
          </a:p>
        </p:txBody>
      </p:sp>
      <p:sp>
        <p:nvSpPr>
          <p:cNvPr id="114" name="Tekstvak 113">
            <a:extLst>
              <a:ext uri="{FF2B5EF4-FFF2-40B4-BE49-F238E27FC236}">
                <a16:creationId xmlns:a16="http://schemas.microsoft.com/office/drawing/2014/main" id="{EDF483FC-A878-41B4-B76F-1E8F398548CD}"/>
              </a:ext>
            </a:extLst>
          </p:cNvPr>
          <p:cNvSpPr txBox="1"/>
          <p:nvPr/>
        </p:nvSpPr>
        <p:spPr>
          <a:xfrm>
            <a:off x="8615612" y="5238884"/>
            <a:ext cx="2944391" cy="9628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>
            <a:defPPr>
              <a:defRPr lang="nl-NL"/>
            </a:defPPr>
            <a:lvl1pPr>
              <a:lnSpc>
                <a:spcPct val="90000"/>
              </a:lnSpc>
              <a:defRPr sz="1000">
                <a:solidFill>
                  <a:srgbClr val="44546A"/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nl-NL" sz="1400" kern="1200" noProof="0">
                <a:solidFill>
                  <a:srgbClr val="211F2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Klik met de rechter muisknop op de miniatuurweergave van de dia, aan de linkerkant van het scherm.</a:t>
            </a:r>
            <a:br>
              <a:rPr lang="nl-NL" sz="1400" kern="1200" noProof="0">
                <a:solidFill>
                  <a:srgbClr val="211F2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</a:br>
            <a:r>
              <a:rPr lang="nl-NL" sz="1400" kern="1200" noProof="0">
                <a:solidFill>
                  <a:srgbClr val="211F2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Klik vervolgens op </a:t>
            </a:r>
            <a:r>
              <a:rPr lang="nl-NL" sz="1200" kern="1200" cap="all" noProof="0">
                <a:solidFill>
                  <a:srgbClr val="211F26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‘DIA HERSTELLEN’</a:t>
            </a:r>
            <a:r>
              <a:rPr lang="nl-NL" sz="1400" kern="1200" noProof="0">
                <a:solidFill>
                  <a:srgbClr val="211F2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om de opmaak te herstellen.</a:t>
            </a:r>
          </a:p>
        </p:txBody>
      </p:sp>
      <p:sp>
        <p:nvSpPr>
          <p:cNvPr id="118" name="Ovaal 117">
            <a:extLst>
              <a:ext uri="{FF2B5EF4-FFF2-40B4-BE49-F238E27FC236}">
                <a16:creationId xmlns:a16="http://schemas.microsoft.com/office/drawing/2014/main" id="{7FB06636-C2FF-4289-9CAC-EBC9DFDABCA3}"/>
              </a:ext>
            </a:extLst>
          </p:cNvPr>
          <p:cNvSpPr/>
          <p:nvPr/>
        </p:nvSpPr>
        <p:spPr>
          <a:xfrm>
            <a:off x="8338246" y="4912444"/>
            <a:ext cx="288000" cy="288000"/>
          </a:xfrm>
          <a:prstGeom prst="ellipse">
            <a:avLst/>
          </a:prstGeom>
          <a:solidFill>
            <a:srgbClr val="18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 noProof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C</a:t>
            </a:r>
          </a:p>
        </p:txBody>
      </p:sp>
      <p:pic>
        <p:nvPicPr>
          <p:cNvPr id="153" name="Afbeelding 152">
            <a:extLst>
              <a:ext uri="{FF2B5EF4-FFF2-40B4-BE49-F238E27FC236}">
                <a16:creationId xmlns:a16="http://schemas.microsoft.com/office/drawing/2014/main" id="{48BE2741-49DD-4305-9E83-F88203ECFFFD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28997" y="3838247"/>
            <a:ext cx="1308140" cy="1087045"/>
          </a:xfrm>
          <a:prstGeom prst="rect">
            <a:avLst/>
          </a:prstGeom>
          <a:ln w="15875">
            <a:solidFill>
              <a:srgbClr val="1FF524"/>
            </a:solidFill>
          </a:ln>
        </p:spPr>
      </p:pic>
      <p:grpSp>
        <p:nvGrpSpPr>
          <p:cNvPr id="14" name="Groep 13">
            <a:extLst>
              <a:ext uri="{FF2B5EF4-FFF2-40B4-BE49-F238E27FC236}">
                <a16:creationId xmlns:a16="http://schemas.microsoft.com/office/drawing/2014/main" id="{ACA67BEF-85F4-468F-B639-02C0CF3B5794}"/>
              </a:ext>
            </a:extLst>
          </p:cNvPr>
          <p:cNvGrpSpPr/>
          <p:nvPr userDrawn="1"/>
        </p:nvGrpSpPr>
        <p:grpSpPr>
          <a:xfrm>
            <a:off x="7448961" y="4219350"/>
            <a:ext cx="393997" cy="393998"/>
            <a:chOff x="7125872" y="2479328"/>
            <a:chExt cx="433397" cy="433398"/>
          </a:xfrm>
        </p:grpSpPr>
        <p:sp>
          <p:nvSpPr>
            <p:cNvPr id="155" name="Ovaal 154">
              <a:extLst>
                <a:ext uri="{FF2B5EF4-FFF2-40B4-BE49-F238E27FC236}">
                  <a16:creationId xmlns:a16="http://schemas.microsoft.com/office/drawing/2014/main" id="{C62E37E0-01A2-486C-8F4B-4FC35E6E4EF4}"/>
                </a:ext>
              </a:extLst>
            </p:cNvPr>
            <p:cNvSpPr/>
            <p:nvPr userDrawn="1"/>
          </p:nvSpPr>
          <p:spPr>
            <a:xfrm>
              <a:off x="7125872" y="2479328"/>
              <a:ext cx="433397" cy="433398"/>
            </a:xfrm>
            <a:prstGeom prst="ellipse">
              <a:avLst/>
            </a:prstGeom>
            <a:solidFill>
              <a:srgbClr val="B747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273" tIns="45637" rIns="91273" bIns="456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2396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6" name="Vermenigvuldigen 40">
              <a:extLst>
                <a:ext uri="{FF2B5EF4-FFF2-40B4-BE49-F238E27FC236}">
                  <a16:creationId xmlns:a16="http://schemas.microsoft.com/office/drawing/2014/main" id="{927BC328-A6D7-4198-B757-E001F8DF061A}"/>
                </a:ext>
              </a:extLst>
            </p:cNvPr>
            <p:cNvSpPr/>
            <p:nvPr userDrawn="1"/>
          </p:nvSpPr>
          <p:spPr>
            <a:xfrm>
              <a:off x="7138699" y="2492613"/>
              <a:ext cx="406826" cy="406827"/>
            </a:xfrm>
            <a:prstGeom prst="mathMultiply">
              <a:avLst>
                <a:gd name="adj1" fmla="val 538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273" tIns="45637" rIns="91273" bIns="456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2396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8" name="Groep 157">
            <a:extLst>
              <a:ext uri="{FF2B5EF4-FFF2-40B4-BE49-F238E27FC236}">
                <a16:creationId xmlns:a16="http://schemas.microsoft.com/office/drawing/2014/main" id="{DC1A7F48-2129-4417-B99C-2F72A930EA7B}"/>
              </a:ext>
            </a:extLst>
          </p:cNvPr>
          <p:cNvGrpSpPr/>
          <p:nvPr userDrawn="1"/>
        </p:nvGrpSpPr>
        <p:grpSpPr>
          <a:xfrm>
            <a:off x="5370733" y="3037325"/>
            <a:ext cx="135194" cy="135194"/>
            <a:chOff x="7125872" y="2479328"/>
            <a:chExt cx="433397" cy="433398"/>
          </a:xfrm>
        </p:grpSpPr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AF144F26-C043-4812-BF10-9B4675A6ECCE}"/>
                </a:ext>
              </a:extLst>
            </p:cNvPr>
            <p:cNvSpPr/>
            <p:nvPr userDrawn="1"/>
          </p:nvSpPr>
          <p:spPr>
            <a:xfrm>
              <a:off x="7125872" y="2479328"/>
              <a:ext cx="433397" cy="433398"/>
            </a:xfrm>
            <a:prstGeom prst="ellipse">
              <a:avLst/>
            </a:prstGeom>
            <a:solidFill>
              <a:srgbClr val="B747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273" tIns="45637" rIns="91273" bIns="456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2396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0" name="Vermenigvuldigen 40">
              <a:extLst>
                <a:ext uri="{FF2B5EF4-FFF2-40B4-BE49-F238E27FC236}">
                  <a16:creationId xmlns:a16="http://schemas.microsoft.com/office/drawing/2014/main" id="{573614AA-80F1-44C5-B122-EF8B9DA8C8B0}"/>
                </a:ext>
              </a:extLst>
            </p:cNvPr>
            <p:cNvSpPr/>
            <p:nvPr userDrawn="1"/>
          </p:nvSpPr>
          <p:spPr>
            <a:xfrm>
              <a:off x="7138699" y="2492613"/>
              <a:ext cx="406826" cy="406827"/>
            </a:xfrm>
            <a:prstGeom prst="mathMultiply">
              <a:avLst>
                <a:gd name="adj1" fmla="val 538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273" tIns="45637" rIns="91273" bIns="456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2396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E1FC11-7BCD-4301-B368-9C25AFC0631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144"/>
          <a:stretch/>
        </p:blipFill>
        <p:spPr bwMode="auto">
          <a:xfrm>
            <a:off x="2807259" y="3993010"/>
            <a:ext cx="1706875" cy="932282"/>
          </a:xfrm>
          <a:prstGeom prst="rect">
            <a:avLst/>
          </a:prstGeom>
          <a:ln w="15875">
            <a:solidFill>
              <a:srgbClr val="1FF52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Afbeelding 119">
            <a:extLst>
              <a:ext uri="{FF2B5EF4-FFF2-40B4-BE49-F238E27FC236}">
                <a16:creationId xmlns:a16="http://schemas.microsoft.com/office/drawing/2014/main" id="{78A1EF26-101E-4F74-967B-2D2D73C1B142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19529" y="3993010"/>
            <a:ext cx="1951107" cy="932282"/>
          </a:xfrm>
          <a:prstGeom prst="rect">
            <a:avLst/>
          </a:prstGeom>
          <a:ln w="15875">
            <a:solidFill>
              <a:srgbClr val="1FF524"/>
            </a:solidFill>
          </a:ln>
        </p:spPr>
      </p:pic>
    </p:spTree>
    <p:extLst>
      <p:ext uri="{BB962C8B-B14F-4D97-AF65-F5344CB8AC3E}">
        <p14:creationId xmlns:p14="http://schemas.microsoft.com/office/powerpoint/2010/main" val="133968919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17" y="720000"/>
            <a:ext cx="10140158" cy="3690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nl-NL" noProof="0"/>
              <a:t>Plaats titel hier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3041" y="1604525"/>
            <a:ext cx="10140158" cy="4238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21351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l"/>
            <a:r>
              <a:rPr lang="nl-NL" sz="1000" b="0" cap="all" baseline="0" noProof="0">
                <a:solidFill>
                  <a:schemeClr val="accent2"/>
                </a:solidFill>
                <a:latin typeface="+mn-lt"/>
              </a:rPr>
              <a:t>INDELING</a:t>
            </a:r>
          </a:p>
        </p:txBody>
      </p:sp>
      <p:sp>
        <p:nvSpPr>
          <p:cNvPr id="29" name="Tijdelijke aanduiding voor voettekst 4">
            <a:extLst>
              <a:ext uri="{FF2B5EF4-FFF2-40B4-BE49-F238E27FC236}">
                <a16:creationId xmlns:a16="http://schemas.microsoft.com/office/drawing/2014/main" id="{8E242A96-65D5-44C2-9B90-81D00C90D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31117" y="6344941"/>
            <a:ext cx="5193163" cy="1447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cap="all" spc="70" baseline="0">
                <a:solidFill>
                  <a:schemeClr val="accent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nl-NL" err="1"/>
              <a:t>Cerios</a:t>
            </a:r>
            <a:r>
              <a:rPr lang="nl-NL"/>
              <a:t> template-set</a:t>
            </a:r>
          </a:p>
        </p:txBody>
      </p:sp>
      <p:sp>
        <p:nvSpPr>
          <p:cNvPr id="30" name="Tijdelijke aanduiding voor dianummer 5">
            <a:extLst>
              <a:ext uri="{FF2B5EF4-FFF2-40B4-BE49-F238E27FC236}">
                <a16:creationId xmlns:a16="http://schemas.microsoft.com/office/drawing/2014/main" id="{97B5FD88-660A-4FF5-BB5B-19029FB61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714" y="6343650"/>
            <a:ext cx="270000" cy="1447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1">
                <a:solidFill>
                  <a:schemeClr val="accent1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3533DA56-5F1F-5054-76CA-63280D4B2847}"/>
              </a:ext>
            </a:extLst>
          </p:cNvPr>
          <p:cNvSpPr/>
          <p:nvPr/>
        </p:nvSpPr>
        <p:spPr>
          <a:xfrm>
            <a:off x="226285" y="3290974"/>
            <a:ext cx="267429" cy="276049"/>
          </a:xfrm>
          <a:custGeom>
            <a:avLst/>
            <a:gdLst>
              <a:gd name="connsiteX0" fmla="*/ 233383 w 267429"/>
              <a:gd name="connsiteY0" fmla="*/ 100858 h 276049"/>
              <a:gd name="connsiteX1" fmla="*/ 234488 w 267429"/>
              <a:gd name="connsiteY1" fmla="*/ 99879 h 276049"/>
              <a:gd name="connsiteX2" fmla="*/ 245033 w 267429"/>
              <a:gd name="connsiteY2" fmla="*/ 57358 h 276049"/>
              <a:gd name="connsiteX3" fmla="*/ 209275 w 267429"/>
              <a:gd name="connsiteY3" fmla="*/ 32421 h 276049"/>
              <a:gd name="connsiteX4" fmla="*/ 151589 w 267429"/>
              <a:gd name="connsiteY4" fmla="*/ 32421 h 276049"/>
              <a:gd name="connsiteX5" fmla="*/ 151304 w 267429"/>
              <a:gd name="connsiteY5" fmla="*/ 30990 h 276049"/>
              <a:gd name="connsiteX6" fmla="*/ 120042 w 267429"/>
              <a:gd name="connsiteY6" fmla="*/ 527 h 276049"/>
              <a:gd name="connsiteX7" fmla="*/ 80736 w 267429"/>
              <a:gd name="connsiteY7" fmla="*/ 19273 h 276049"/>
              <a:gd name="connsiteX8" fmla="*/ 51907 w 267429"/>
              <a:gd name="connsiteY8" fmla="*/ 69604 h 276049"/>
              <a:gd name="connsiteX9" fmla="*/ 50536 w 267429"/>
              <a:gd name="connsiteY9" fmla="*/ 69133 h 276049"/>
              <a:gd name="connsiteX10" fmla="*/ 8729 w 267429"/>
              <a:gd name="connsiteY10" fmla="*/ 81192 h 276049"/>
              <a:gd name="connsiteX11" fmla="*/ 5181 w 267429"/>
              <a:gd name="connsiteY11" fmla="*/ 124874 h 276049"/>
              <a:gd name="connsiteX12" fmla="*/ 34009 w 267429"/>
              <a:gd name="connsiteY12" fmla="*/ 175205 h 276049"/>
              <a:gd name="connsiteX13" fmla="*/ 32919 w 267429"/>
              <a:gd name="connsiteY13" fmla="*/ 176170 h 276049"/>
              <a:gd name="connsiteX14" fmla="*/ 22374 w 267429"/>
              <a:gd name="connsiteY14" fmla="*/ 218691 h 276049"/>
              <a:gd name="connsiteX15" fmla="*/ 58137 w 267429"/>
              <a:gd name="connsiteY15" fmla="*/ 243628 h 276049"/>
              <a:gd name="connsiteX16" fmla="*/ 115798 w 267429"/>
              <a:gd name="connsiteY16" fmla="*/ 243628 h 276049"/>
              <a:gd name="connsiteX17" fmla="*/ 116084 w 267429"/>
              <a:gd name="connsiteY17" fmla="*/ 245059 h 276049"/>
              <a:gd name="connsiteX18" fmla="*/ 147346 w 267429"/>
              <a:gd name="connsiteY18" fmla="*/ 275522 h 276049"/>
              <a:gd name="connsiteX19" fmla="*/ 153714 w 267429"/>
              <a:gd name="connsiteY19" fmla="*/ 276050 h 276049"/>
              <a:gd name="connsiteX20" fmla="*/ 186657 w 267429"/>
              <a:gd name="connsiteY20" fmla="*/ 256777 h 276049"/>
              <a:gd name="connsiteX21" fmla="*/ 215466 w 267429"/>
              <a:gd name="connsiteY21" fmla="*/ 206488 h 276049"/>
              <a:gd name="connsiteX22" fmla="*/ 216895 w 267429"/>
              <a:gd name="connsiteY22" fmla="*/ 206978 h 276049"/>
              <a:gd name="connsiteX23" fmla="*/ 229306 w 267429"/>
              <a:gd name="connsiteY23" fmla="*/ 209057 h 276049"/>
              <a:gd name="connsiteX24" fmla="*/ 258702 w 267429"/>
              <a:gd name="connsiteY24" fmla="*/ 194920 h 276049"/>
              <a:gd name="connsiteX25" fmla="*/ 262245 w 267429"/>
              <a:gd name="connsiteY25" fmla="*/ 151238 h 276049"/>
              <a:gd name="connsiteX26" fmla="*/ 233388 w 267429"/>
              <a:gd name="connsiteY26" fmla="*/ 100863 h 276049"/>
              <a:gd name="connsiteX27" fmla="*/ 233383 w 267429"/>
              <a:gd name="connsiteY27" fmla="*/ 100858 h 276049"/>
              <a:gd name="connsiteX28" fmla="*/ 209270 w 267429"/>
              <a:gd name="connsiteY28" fmla="*/ 53062 h 276049"/>
              <a:gd name="connsiteX29" fmla="*/ 225868 w 267429"/>
              <a:gd name="connsiteY29" fmla="*/ 64636 h 276049"/>
              <a:gd name="connsiteX30" fmla="*/ 220976 w 267429"/>
              <a:gd name="connsiteY30" fmla="*/ 84369 h 276049"/>
              <a:gd name="connsiteX31" fmla="*/ 216476 w 267429"/>
              <a:gd name="connsiteY31" fmla="*/ 88353 h 276049"/>
              <a:gd name="connsiteX32" fmla="*/ 177936 w 267429"/>
              <a:gd name="connsiteY32" fmla="*/ 88353 h 276049"/>
              <a:gd name="connsiteX33" fmla="*/ 159624 w 267429"/>
              <a:gd name="connsiteY33" fmla="*/ 73218 h 276049"/>
              <a:gd name="connsiteX34" fmla="*/ 155633 w 267429"/>
              <a:gd name="connsiteY34" fmla="*/ 53067 h 276049"/>
              <a:gd name="connsiteX35" fmla="*/ 209275 w 267429"/>
              <a:gd name="connsiteY35" fmla="*/ 53067 h 276049"/>
              <a:gd name="connsiteX36" fmla="*/ 209270 w 267429"/>
              <a:gd name="connsiteY36" fmla="*/ 53062 h 276049"/>
              <a:gd name="connsiteX37" fmla="*/ 98467 w 267429"/>
              <a:gd name="connsiteY37" fmla="*/ 29593 h 276049"/>
              <a:gd name="connsiteX38" fmla="*/ 116708 w 267429"/>
              <a:gd name="connsiteY38" fmla="*/ 20895 h 276049"/>
              <a:gd name="connsiteX39" fmla="*/ 131215 w 267429"/>
              <a:gd name="connsiteY39" fmla="*/ 35032 h 276049"/>
              <a:gd name="connsiteX40" fmla="*/ 132387 w 267429"/>
              <a:gd name="connsiteY40" fmla="*/ 40951 h 276049"/>
              <a:gd name="connsiteX41" fmla="*/ 113117 w 267429"/>
              <a:gd name="connsiteY41" fmla="*/ 74591 h 276049"/>
              <a:gd name="connsiteX42" fmla="*/ 90952 w 267429"/>
              <a:gd name="connsiteY42" fmla="*/ 83006 h 276049"/>
              <a:gd name="connsiteX43" fmla="*/ 71639 w 267429"/>
              <a:gd name="connsiteY43" fmla="*/ 76415 h 276049"/>
              <a:gd name="connsiteX44" fmla="*/ 98457 w 267429"/>
              <a:gd name="connsiteY44" fmla="*/ 29593 h 276049"/>
              <a:gd name="connsiteX45" fmla="*/ 98467 w 267429"/>
              <a:gd name="connsiteY45" fmla="*/ 29593 h 276049"/>
              <a:gd name="connsiteX46" fmla="*/ 22913 w 267429"/>
              <a:gd name="connsiteY46" fmla="*/ 114554 h 276049"/>
              <a:gd name="connsiteX47" fmla="*/ 24560 w 267429"/>
              <a:gd name="connsiteY47" fmla="*/ 94282 h 276049"/>
              <a:gd name="connsiteX48" fmla="*/ 38072 w 267429"/>
              <a:gd name="connsiteY48" fmla="*/ 87677 h 276049"/>
              <a:gd name="connsiteX49" fmla="*/ 43959 w 267429"/>
              <a:gd name="connsiteY49" fmla="*/ 88690 h 276049"/>
              <a:gd name="connsiteX50" fmla="*/ 49631 w 267429"/>
              <a:gd name="connsiteY50" fmla="*/ 90624 h 276049"/>
              <a:gd name="connsiteX51" fmla="*/ 68901 w 267429"/>
              <a:gd name="connsiteY51" fmla="*/ 124264 h 276049"/>
              <a:gd name="connsiteX52" fmla="*/ 65052 w 267429"/>
              <a:gd name="connsiteY52" fmla="*/ 147820 h 276049"/>
              <a:gd name="connsiteX53" fmla="*/ 49731 w 267429"/>
              <a:gd name="connsiteY53" fmla="*/ 161381 h 276049"/>
              <a:gd name="connsiteX54" fmla="*/ 22913 w 267429"/>
              <a:gd name="connsiteY54" fmla="*/ 114554 h 276049"/>
              <a:gd name="connsiteX55" fmla="*/ 58137 w 267429"/>
              <a:gd name="connsiteY55" fmla="*/ 222982 h 276049"/>
              <a:gd name="connsiteX56" fmla="*/ 41539 w 267429"/>
              <a:gd name="connsiteY56" fmla="*/ 211409 h 276049"/>
              <a:gd name="connsiteX57" fmla="*/ 46430 w 267429"/>
              <a:gd name="connsiteY57" fmla="*/ 191675 h 276049"/>
              <a:gd name="connsiteX58" fmla="*/ 50931 w 267429"/>
              <a:gd name="connsiteY58" fmla="*/ 187691 h 276049"/>
              <a:gd name="connsiteX59" fmla="*/ 89470 w 267429"/>
              <a:gd name="connsiteY59" fmla="*/ 187691 h 276049"/>
              <a:gd name="connsiteX60" fmla="*/ 107783 w 267429"/>
              <a:gd name="connsiteY60" fmla="*/ 202826 h 276049"/>
              <a:gd name="connsiteX61" fmla="*/ 111774 w 267429"/>
              <a:gd name="connsiteY61" fmla="*/ 222977 h 276049"/>
              <a:gd name="connsiteX62" fmla="*/ 58132 w 267429"/>
              <a:gd name="connsiteY62" fmla="*/ 222977 h 276049"/>
              <a:gd name="connsiteX63" fmla="*/ 58137 w 267429"/>
              <a:gd name="connsiteY63" fmla="*/ 222982 h 276049"/>
              <a:gd name="connsiteX64" fmla="*/ 127867 w 267429"/>
              <a:gd name="connsiteY64" fmla="*/ 198789 h 276049"/>
              <a:gd name="connsiteX65" fmla="*/ 89470 w 267429"/>
              <a:gd name="connsiteY65" fmla="*/ 167050 h 276049"/>
              <a:gd name="connsiteX66" fmla="*/ 74354 w 267429"/>
              <a:gd name="connsiteY66" fmla="*/ 167050 h 276049"/>
              <a:gd name="connsiteX67" fmla="*/ 78569 w 267429"/>
              <a:gd name="connsiteY67" fmla="*/ 163320 h 276049"/>
              <a:gd name="connsiteX68" fmla="*/ 86641 w 267429"/>
              <a:gd name="connsiteY68" fmla="*/ 113934 h 276049"/>
              <a:gd name="connsiteX69" fmla="*/ 79083 w 267429"/>
              <a:gd name="connsiteY69" fmla="*/ 100739 h 276049"/>
              <a:gd name="connsiteX70" fmla="*/ 84393 w 267429"/>
              <a:gd name="connsiteY70" fmla="*/ 102553 h 276049"/>
              <a:gd name="connsiteX71" fmla="*/ 96881 w 267429"/>
              <a:gd name="connsiteY71" fmla="*/ 104626 h 276049"/>
              <a:gd name="connsiteX72" fmla="*/ 130862 w 267429"/>
              <a:gd name="connsiteY72" fmla="*/ 84907 h 276049"/>
              <a:gd name="connsiteX73" fmla="*/ 138440 w 267429"/>
              <a:gd name="connsiteY73" fmla="*/ 71677 h 276049"/>
              <a:gd name="connsiteX74" fmla="*/ 139545 w 267429"/>
              <a:gd name="connsiteY74" fmla="*/ 77250 h 276049"/>
              <a:gd name="connsiteX75" fmla="*/ 177941 w 267429"/>
              <a:gd name="connsiteY75" fmla="*/ 108990 h 276049"/>
              <a:gd name="connsiteX76" fmla="*/ 193134 w 267429"/>
              <a:gd name="connsiteY76" fmla="*/ 108990 h 276049"/>
              <a:gd name="connsiteX77" fmla="*/ 188853 w 267429"/>
              <a:gd name="connsiteY77" fmla="*/ 112782 h 276049"/>
              <a:gd name="connsiteX78" fmla="*/ 180780 w 267429"/>
              <a:gd name="connsiteY78" fmla="*/ 162167 h 276049"/>
              <a:gd name="connsiteX79" fmla="*/ 188305 w 267429"/>
              <a:gd name="connsiteY79" fmla="*/ 175301 h 276049"/>
              <a:gd name="connsiteX80" fmla="*/ 182995 w 267429"/>
              <a:gd name="connsiteY80" fmla="*/ 173487 h 276049"/>
              <a:gd name="connsiteX81" fmla="*/ 136526 w 267429"/>
              <a:gd name="connsiteY81" fmla="*/ 191132 h 276049"/>
              <a:gd name="connsiteX82" fmla="*/ 128967 w 267429"/>
              <a:gd name="connsiteY82" fmla="*/ 204328 h 276049"/>
              <a:gd name="connsiteX83" fmla="*/ 127867 w 267429"/>
              <a:gd name="connsiteY83" fmla="*/ 198789 h 276049"/>
              <a:gd name="connsiteX84" fmla="*/ 168911 w 267429"/>
              <a:gd name="connsiteY84" fmla="*/ 246451 h 276049"/>
              <a:gd name="connsiteX85" fmla="*/ 150671 w 267429"/>
              <a:gd name="connsiteY85" fmla="*/ 255149 h 276049"/>
              <a:gd name="connsiteX86" fmla="*/ 136163 w 267429"/>
              <a:gd name="connsiteY86" fmla="*/ 241012 h 276049"/>
              <a:gd name="connsiteX87" fmla="*/ 134992 w 267429"/>
              <a:gd name="connsiteY87" fmla="*/ 235093 h 276049"/>
              <a:gd name="connsiteX88" fmla="*/ 154262 w 267429"/>
              <a:gd name="connsiteY88" fmla="*/ 201453 h 276049"/>
              <a:gd name="connsiteX89" fmla="*/ 176427 w 267429"/>
              <a:gd name="connsiteY89" fmla="*/ 193038 h 276049"/>
              <a:gd name="connsiteX90" fmla="*/ 195739 w 267429"/>
              <a:gd name="connsiteY90" fmla="*/ 199629 h 276049"/>
              <a:gd name="connsiteX91" fmla="*/ 168921 w 267429"/>
              <a:gd name="connsiteY91" fmla="*/ 246451 h 276049"/>
              <a:gd name="connsiteX92" fmla="*/ 168911 w 267429"/>
              <a:gd name="connsiteY92" fmla="*/ 246451 h 276049"/>
              <a:gd name="connsiteX93" fmla="*/ 242856 w 267429"/>
              <a:gd name="connsiteY93" fmla="*/ 181825 h 276049"/>
              <a:gd name="connsiteX94" fmla="*/ 223453 w 267429"/>
              <a:gd name="connsiteY94" fmla="*/ 187422 h 276049"/>
              <a:gd name="connsiteX95" fmla="*/ 217781 w 267429"/>
              <a:gd name="connsiteY95" fmla="*/ 185487 h 276049"/>
              <a:gd name="connsiteX96" fmla="*/ 198511 w 267429"/>
              <a:gd name="connsiteY96" fmla="*/ 151847 h 276049"/>
              <a:gd name="connsiteX97" fmla="*/ 202360 w 267429"/>
              <a:gd name="connsiteY97" fmla="*/ 128292 h 276049"/>
              <a:gd name="connsiteX98" fmla="*/ 217681 w 267429"/>
              <a:gd name="connsiteY98" fmla="*/ 114731 h 276049"/>
              <a:gd name="connsiteX99" fmla="*/ 244499 w 267429"/>
              <a:gd name="connsiteY99" fmla="*/ 161553 h 276049"/>
              <a:gd name="connsiteX100" fmla="*/ 242856 w 267429"/>
              <a:gd name="connsiteY100" fmla="*/ 181825 h 276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267429" h="276049">
                <a:moveTo>
                  <a:pt x="233383" y="100858"/>
                </a:moveTo>
                <a:lnTo>
                  <a:pt x="234488" y="99879"/>
                </a:lnTo>
                <a:cubicBezTo>
                  <a:pt x="246557" y="89198"/>
                  <a:pt x="250695" y="72508"/>
                  <a:pt x="245033" y="57358"/>
                </a:cubicBezTo>
                <a:cubicBezTo>
                  <a:pt x="239370" y="42208"/>
                  <a:pt x="225334" y="32421"/>
                  <a:pt x="209275" y="32421"/>
                </a:cubicBezTo>
                <a:lnTo>
                  <a:pt x="151589" y="32421"/>
                </a:lnTo>
                <a:lnTo>
                  <a:pt x="151304" y="30990"/>
                </a:lnTo>
                <a:cubicBezTo>
                  <a:pt x="148161" y="15115"/>
                  <a:pt x="135887" y="3158"/>
                  <a:pt x="120042" y="527"/>
                </a:cubicBezTo>
                <a:cubicBezTo>
                  <a:pt x="104197" y="-2103"/>
                  <a:pt x="88766" y="5256"/>
                  <a:pt x="80736" y="19273"/>
                </a:cubicBezTo>
                <a:lnTo>
                  <a:pt x="51907" y="69604"/>
                </a:lnTo>
                <a:lnTo>
                  <a:pt x="50536" y="69133"/>
                </a:lnTo>
                <a:cubicBezTo>
                  <a:pt x="35324" y="63939"/>
                  <a:pt x="18912" y="68672"/>
                  <a:pt x="8729" y="81192"/>
                </a:cubicBezTo>
                <a:cubicBezTo>
                  <a:pt x="-1453" y="93711"/>
                  <a:pt x="-2849" y="110853"/>
                  <a:pt x="5181" y="124874"/>
                </a:cubicBezTo>
                <a:lnTo>
                  <a:pt x="34009" y="175205"/>
                </a:lnTo>
                <a:lnTo>
                  <a:pt x="32919" y="176170"/>
                </a:lnTo>
                <a:cubicBezTo>
                  <a:pt x="20850" y="186851"/>
                  <a:pt x="16711" y="203542"/>
                  <a:pt x="22374" y="218691"/>
                </a:cubicBezTo>
                <a:cubicBezTo>
                  <a:pt x="28037" y="233841"/>
                  <a:pt x="42073" y="243628"/>
                  <a:pt x="58137" y="243628"/>
                </a:cubicBezTo>
                <a:lnTo>
                  <a:pt x="115798" y="243628"/>
                </a:lnTo>
                <a:lnTo>
                  <a:pt x="116084" y="245059"/>
                </a:lnTo>
                <a:cubicBezTo>
                  <a:pt x="119227" y="260934"/>
                  <a:pt x="131501" y="272891"/>
                  <a:pt x="147346" y="275522"/>
                </a:cubicBezTo>
                <a:cubicBezTo>
                  <a:pt x="149480" y="275877"/>
                  <a:pt x="151609" y="276050"/>
                  <a:pt x="153714" y="276050"/>
                </a:cubicBezTo>
                <a:cubicBezTo>
                  <a:pt x="167216" y="276050"/>
                  <a:pt x="179708" y="268907"/>
                  <a:pt x="186657" y="256777"/>
                </a:cubicBezTo>
                <a:lnTo>
                  <a:pt x="215466" y="206488"/>
                </a:lnTo>
                <a:lnTo>
                  <a:pt x="216895" y="206978"/>
                </a:lnTo>
                <a:cubicBezTo>
                  <a:pt x="220996" y="208375"/>
                  <a:pt x="225177" y="209057"/>
                  <a:pt x="229306" y="209057"/>
                </a:cubicBezTo>
                <a:cubicBezTo>
                  <a:pt x="240499" y="209057"/>
                  <a:pt x="251262" y="204065"/>
                  <a:pt x="258702" y="194920"/>
                </a:cubicBezTo>
                <a:cubicBezTo>
                  <a:pt x="268884" y="182400"/>
                  <a:pt x="270279" y="165259"/>
                  <a:pt x="262245" y="151238"/>
                </a:cubicBezTo>
                <a:lnTo>
                  <a:pt x="233388" y="100863"/>
                </a:lnTo>
                <a:lnTo>
                  <a:pt x="233383" y="100858"/>
                </a:lnTo>
                <a:close/>
                <a:moveTo>
                  <a:pt x="209270" y="53062"/>
                </a:moveTo>
                <a:cubicBezTo>
                  <a:pt x="218319" y="53062"/>
                  <a:pt x="223777" y="59038"/>
                  <a:pt x="225868" y="64636"/>
                </a:cubicBezTo>
                <a:cubicBezTo>
                  <a:pt x="227959" y="70232"/>
                  <a:pt x="227773" y="78350"/>
                  <a:pt x="220976" y="84369"/>
                </a:cubicBezTo>
                <a:lnTo>
                  <a:pt x="216476" y="88353"/>
                </a:lnTo>
                <a:lnTo>
                  <a:pt x="177936" y="88353"/>
                </a:lnTo>
                <a:cubicBezTo>
                  <a:pt x="169064" y="88353"/>
                  <a:pt x="161363" y="81988"/>
                  <a:pt x="159624" y="73218"/>
                </a:cubicBezTo>
                <a:lnTo>
                  <a:pt x="155633" y="53067"/>
                </a:lnTo>
                <a:lnTo>
                  <a:pt x="209275" y="53067"/>
                </a:lnTo>
                <a:lnTo>
                  <a:pt x="209270" y="53062"/>
                </a:lnTo>
                <a:close/>
                <a:moveTo>
                  <a:pt x="98467" y="29593"/>
                </a:moveTo>
                <a:cubicBezTo>
                  <a:pt x="102991" y="21697"/>
                  <a:pt x="110854" y="19921"/>
                  <a:pt x="116708" y="20895"/>
                </a:cubicBezTo>
                <a:cubicBezTo>
                  <a:pt x="122561" y="21865"/>
                  <a:pt x="129448" y="26089"/>
                  <a:pt x="131215" y="35032"/>
                </a:cubicBezTo>
                <a:lnTo>
                  <a:pt x="132387" y="40951"/>
                </a:lnTo>
                <a:lnTo>
                  <a:pt x="113117" y="74591"/>
                </a:lnTo>
                <a:cubicBezTo>
                  <a:pt x="108678" y="82339"/>
                  <a:pt x="99358" y="85876"/>
                  <a:pt x="90952" y="83006"/>
                </a:cubicBezTo>
                <a:lnTo>
                  <a:pt x="71639" y="76415"/>
                </a:lnTo>
                <a:lnTo>
                  <a:pt x="98457" y="29593"/>
                </a:lnTo>
                <a:lnTo>
                  <a:pt x="98467" y="29593"/>
                </a:lnTo>
                <a:close/>
                <a:moveTo>
                  <a:pt x="22913" y="114554"/>
                </a:moveTo>
                <a:cubicBezTo>
                  <a:pt x="18388" y="106657"/>
                  <a:pt x="20798" y="98905"/>
                  <a:pt x="24560" y="94282"/>
                </a:cubicBezTo>
                <a:cubicBezTo>
                  <a:pt x="27418" y="90768"/>
                  <a:pt x="32190" y="87677"/>
                  <a:pt x="38072" y="87677"/>
                </a:cubicBezTo>
                <a:cubicBezTo>
                  <a:pt x="39929" y="87677"/>
                  <a:pt x="41901" y="87984"/>
                  <a:pt x="43959" y="88690"/>
                </a:cubicBezTo>
                <a:lnTo>
                  <a:pt x="49631" y="90624"/>
                </a:lnTo>
                <a:lnTo>
                  <a:pt x="68901" y="124264"/>
                </a:lnTo>
                <a:cubicBezTo>
                  <a:pt x="73340" y="132012"/>
                  <a:pt x="71720" y="141915"/>
                  <a:pt x="65052" y="147820"/>
                </a:cubicBezTo>
                <a:lnTo>
                  <a:pt x="49731" y="161381"/>
                </a:lnTo>
                <a:lnTo>
                  <a:pt x="22913" y="114554"/>
                </a:lnTo>
                <a:close/>
                <a:moveTo>
                  <a:pt x="58137" y="222982"/>
                </a:moveTo>
                <a:cubicBezTo>
                  <a:pt x="49088" y="222982"/>
                  <a:pt x="43630" y="217006"/>
                  <a:pt x="41539" y="211409"/>
                </a:cubicBezTo>
                <a:cubicBezTo>
                  <a:pt x="39448" y="205812"/>
                  <a:pt x="39634" y="197694"/>
                  <a:pt x="46430" y="191675"/>
                </a:cubicBezTo>
                <a:lnTo>
                  <a:pt x="50931" y="187691"/>
                </a:lnTo>
                <a:lnTo>
                  <a:pt x="89470" y="187691"/>
                </a:lnTo>
                <a:cubicBezTo>
                  <a:pt x="98344" y="187691"/>
                  <a:pt x="106045" y="194056"/>
                  <a:pt x="107783" y="202826"/>
                </a:cubicBezTo>
                <a:lnTo>
                  <a:pt x="111774" y="222977"/>
                </a:lnTo>
                <a:lnTo>
                  <a:pt x="58132" y="222977"/>
                </a:lnTo>
                <a:lnTo>
                  <a:pt x="58137" y="222982"/>
                </a:lnTo>
                <a:close/>
                <a:moveTo>
                  <a:pt x="127867" y="198789"/>
                </a:moveTo>
                <a:cubicBezTo>
                  <a:pt x="124223" y="180399"/>
                  <a:pt x="108078" y="167050"/>
                  <a:pt x="89470" y="167050"/>
                </a:cubicBezTo>
                <a:lnTo>
                  <a:pt x="74354" y="167050"/>
                </a:lnTo>
                <a:lnTo>
                  <a:pt x="78569" y="163320"/>
                </a:lnTo>
                <a:cubicBezTo>
                  <a:pt x="92547" y="150945"/>
                  <a:pt x="95943" y="130179"/>
                  <a:pt x="86641" y="113934"/>
                </a:cubicBezTo>
                <a:lnTo>
                  <a:pt x="79083" y="100739"/>
                </a:lnTo>
                <a:lnTo>
                  <a:pt x="84393" y="102553"/>
                </a:lnTo>
                <a:cubicBezTo>
                  <a:pt x="88504" y="103955"/>
                  <a:pt x="92714" y="104626"/>
                  <a:pt x="96881" y="104626"/>
                </a:cubicBezTo>
                <a:cubicBezTo>
                  <a:pt x="110574" y="104626"/>
                  <a:pt x="123728" y="97359"/>
                  <a:pt x="130862" y="84907"/>
                </a:cubicBezTo>
                <a:lnTo>
                  <a:pt x="138440" y="71677"/>
                </a:lnTo>
                <a:lnTo>
                  <a:pt x="139545" y="77250"/>
                </a:lnTo>
                <a:cubicBezTo>
                  <a:pt x="143189" y="95640"/>
                  <a:pt x="159333" y="108990"/>
                  <a:pt x="177941" y="108990"/>
                </a:cubicBezTo>
                <a:lnTo>
                  <a:pt x="193134" y="108990"/>
                </a:lnTo>
                <a:lnTo>
                  <a:pt x="188853" y="112782"/>
                </a:lnTo>
                <a:cubicBezTo>
                  <a:pt x="174874" y="125157"/>
                  <a:pt x="171478" y="145924"/>
                  <a:pt x="180780" y="162167"/>
                </a:cubicBezTo>
                <a:lnTo>
                  <a:pt x="188305" y="175301"/>
                </a:lnTo>
                <a:lnTo>
                  <a:pt x="182995" y="173487"/>
                </a:lnTo>
                <a:cubicBezTo>
                  <a:pt x="165373" y="167472"/>
                  <a:pt x="145827" y="174893"/>
                  <a:pt x="136526" y="191132"/>
                </a:cubicBezTo>
                <a:lnTo>
                  <a:pt x="128967" y="204328"/>
                </a:lnTo>
                <a:lnTo>
                  <a:pt x="127867" y="198789"/>
                </a:lnTo>
                <a:close/>
                <a:moveTo>
                  <a:pt x="168911" y="246451"/>
                </a:moveTo>
                <a:cubicBezTo>
                  <a:pt x="164387" y="254347"/>
                  <a:pt x="156524" y="256123"/>
                  <a:pt x="150671" y="255149"/>
                </a:cubicBezTo>
                <a:cubicBezTo>
                  <a:pt x="144817" y="254180"/>
                  <a:pt x="137931" y="249955"/>
                  <a:pt x="136163" y="241012"/>
                </a:cubicBezTo>
                <a:lnTo>
                  <a:pt x="134992" y="235093"/>
                </a:lnTo>
                <a:lnTo>
                  <a:pt x="154262" y="201453"/>
                </a:lnTo>
                <a:cubicBezTo>
                  <a:pt x="158700" y="193705"/>
                  <a:pt x="168021" y="190168"/>
                  <a:pt x="176427" y="193038"/>
                </a:cubicBezTo>
                <a:lnTo>
                  <a:pt x="195739" y="199629"/>
                </a:lnTo>
                <a:lnTo>
                  <a:pt x="168921" y="246451"/>
                </a:lnTo>
                <a:lnTo>
                  <a:pt x="168911" y="246451"/>
                </a:lnTo>
                <a:close/>
                <a:moveTo>
                  <a:pt x="242856" y="181825"/>
                </a:moveTo>
                <a:cubicBezTo>
                  <a:pt x="239094" y="186447"/>
                  <a:pt x="232021" y="190345"/>
                  <a:pt x="223453" y="187422"/>
                </a:cubicBezTo>
                <a:lnTo>
                  <a:pt x="217781" y="185487"/>
                </a:lnTo>
                <a:lnTo>
                  <a:pt x="198511" y="151847"/>
                </a:lnTo>
                <a:cubicBezTo>
                  <a:pt x="194072" y="144099"/>
                  <a:pt x="195692" y="134196"/>
                  <a:pt x="202360" y="128292"/>
                </a:cubicBezTo>
                <a:lnTo>
                  <a:pt x="217681" y="114731"/>
                </a:lnTo>
                <a:lnTo>
                  <a:pt x="244499" y="161553"/>
                </a:lnTo>
                <a:cubicBezTo>
                  <a:pt x="249024" y="169449"/>
                  <a:pt x="246619" y="177202"/>
                  <a:pt x="242856" y="181825"/>
                </a:cubicBezTo>
                <a:close/>
              </a:path>
            </a:pathLst>
          </a:custGeom>
          <a:solidFill>
            <a:srgbClr val="212B46"/>
          </a:solidFill>
          <a:ln w="6138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7FCFEC6-63AD-91DE-F94A-266EE66CA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00" y="6991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713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13" r:id="rId2"/>
    <p:sldLayoutId id="2147483710" r:id="rId3"/>
    <p:sldLayoutId id="2147483727" r:id="rId4"/>
    <p:sldLayoutId id="2147483730" r:id="rId5"/>
    <p:sldLayoutId id="2147483708" r:id="rId6"/>
    <p:sldLayoutId id="2147483729" r:id="rId7"/>
    <p:sldLayoutId id="2147483731" r:id="rId8"/>
    <p:sldLayoutId id="2147483732" r:id="rId9"/>
    <p:sldLayoutId id="2147483719" r:id="rId10"/>
    <p:sldLayoutId id="2147483711" r:id="rId11"/>
    <p:sldLayoutId id="2147483720" r:id="rId12"/>
    <p:sldLayoutId id="2147483721" r:id="rId13"/>
    <p:sldLayoutId id="2147483665" r:id="rId14"/>
    <p:sldLayoutId id="2147483722" r:id="rId15"/>
    <p:sldLayoutId id="2147483723" r:id="rId16"/>
    <p:sldLayoutId id="2147483724" r:id="rId17"/>
    <p:sldLayoutId id="2147483734" r:id="rId18"/>
    <p:sldLayoutId id="2147483735" r:id="rId19"/>
    <p:sldLayoutId id="2147483736" r:id="rId20"/>
    <p:sldLayoutId id="2147483725" r:id="rId21"/>
    <p:sldLayoutId id="2147483697" r:id="rId22"/>
    <p:sldLayoutId id="2147483733" r:id="rId23"/>
    <p:sldLayoutId id="2147483737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4625" indent="-17462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Tx/>
        <a:buBlip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55600" indent="-1778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Tx/>
        <a:buBlip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</a:buBlip>
        <a:tabLst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31813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Segoe UI Light" panose="020B0502040204020203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accent3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000" b="1" kern="1200" cap="none" baseline="0">
          <a:solidFill>
            <a:schemeClr val="accent1"/>
          </a:solidFill>
          <a:latin typeface="+mj-lt"/>
          <a:ea typeface="+mn-ea"/>
          <a:cs typeface="+mn-cs"/>
        </a:defRPr>
      </a:lvl6pPr>
      <a:lvl7pPr marL="268288" indent="-26828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rabicPeriod"/>
        <a:tabLst/>
        <a:defRPr sz="18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74638" indent="-27463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lphaLcPeriod"/>
        <a:defRPr sz="18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200" i="1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453" userDrawn="1">
          <p15:clr>
            <a:srgbClr val="A4A3A4"/>
          </p15:clr>
        </p15:guide>
        <p15:guide id="3" orient="horz" pos="3689" userDrawn="1">
          <p15:clr>
            <a:srgbClr val="A4A3A4"/>
          </p15:clr>
        </p15:guide>
        <p15:guide id="6" pos="7226" userDrawn="1">
          <p15:clr>
            <a:srgbClr val="A4A3A4"/>
          </p15:clr>
        </p15:guide>
        <p15:guide id="9" orient="horz" pos="453" userDrawn="1">
          <p15:clr>
            <a:srgbClr val="A4A3A4"/>
          </p15:clr>
        </p15:guide>
        <p15:guide id="10" orient="horz" pos="686" userDrawn="1">
          <p15:clr>
            <a:srgbClr val="A4A3A4"/>
          </p15:clr>
        </p15:guide>
        <p15:guide id="12" orient="horz" pos="3997" userDrawn="1">
          <p15:clr>
            <a:srgbClr val="A4A3A4"/>
          </p15:clr>
        </p15:guide>
        <p15:guide id="13" pos="7680" userDrawn="1">
          <p15:clr>
            <a:srgbClr val="F26B43"/>
          </p15:clr>
        </p15:guide>
        <p15:guide id="14" orient="horz" pos="4320" userDrawn="1">
          <p15:clr>
            <a:srgbClr val="F26B43"/>
          </p15:clr>
        </p15:guide>
        <p15:guide id="15" orient="horz" pos="4088" userDrawn="1">
          <p15:clr>
            <a:srgbClr val="A4A3A4"/>
          </p15:clr>
        </p15:guide>
        <p15:guide id="16" userDrawn="1">
          <p15:clr>
            <a:srgbClr val="F26B43"/>
          </p15:clr>
        </p15:guide>
        <p15:guide id="17" orient="horz" userDrawn="1">
          <p15:clr>
            <a:srgbClr val="F26B43"/>
          </p15:clr>
        </p15:guide>
        <p15:guide id="18" orient="horz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807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slideLayout" Target="../slideLayouts/slideLayout24.xml"/><Relationship Id="rId1" Type="http://schemas.openxmlformats.org/officeDocument/2006/relationships/video" Target="https://www.youtube.com/embed/hwP7WQkmECE?feature=oembed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hyperlink" Target="https://www.kaels-kabbage.com/posts/gitkraken-vs-fork-facts-vs-feelings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itkraken.com/compare/gitkraken-vs-fork" TargetMode="External"/><Relationship Id="rId5" Type="http://schemas.openxmlformats.org/officeDocument/2006/relationships/hyperlink" Target="https://www.gitkraken.com/" TargetMode="External"/><Relationship Id="rId4" Type="http://schemas.openxmlformats.org/officeDocument/2006/relationships/hyperlink" Target="https://git-fork.com/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40281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16284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ijdelijke aanduiding voor afbeelding 3" descr="Afbeelding met Lettertype, tekst, schermopname, Graphics&#10;&#10;Door AI gegenereerde inhoud is mogelijk onjuist.">
            <a:extLst>
              <a:ext uri="{FF2B5EF4-FFF2-40B4-BE49-F238E27FC236}">
                <a16:creationId xmlns:a16="http://schemas.microsoft.com/office/drawing/2014/main" id="{F601FA0E-928E-1403-B5E1-5CC136C8AFF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/>
        </p:blipFill>
        <p:spPr>
          <a:xfrm>
            <a:off x="20" y="-441064"/>
            <a:ext cx="12191980" cy="7299064"/>
          </a:xfrm>
          <a:noFill/>
        </p:spPr>
      </p:pic>
    </p:spTree>
    <p:extLst>
      <p:ext uri="{BB962C8B-B14F-4D97-AF65-F5344CB8AC3E}">
        <p14:creationId xmlns:p14="http://schemas.microsoft.com/office/powerpoint/2010/main" val="2758689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jdelijke aanduiding voor afbeelding 7">
            <a:extLst>
              <a:ext uri="{FF2B5EF4-FFF2-40B4-BE49-F238E27FC236}">
                <a16:creationId xmlns:a16="http://schemas.microsoft.com/office/drawing/2014/main" id="{E74E5F37-50C2-CA01-BEB0-48656D62D21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22823" r="22823"/>
          <a:stretch>
            <a:fillRect/>
          </a:stretch>
        </p:blipFill>
        <p:spPr>
          <a:xfrm>
            <a:off x="722648" y="-424352"/>
            <a:ext cx="5782022" cy="6769590"/>
          </a:xfrm>
          <a:prstGeom prst="rect">
            <a:avLst/>
          </a:prstGeom>
        </p:spPr>
      </p:pic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FD3B9E9-7A02-21DC-3D5D-3630187314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722648" y="1587"/>
            <a:ext cx="5782023" cy="6343651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919AF4E-5D61-28B7-86B3-F9414771B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0613" y="4001973"/>
            <a:ext cx="4278738" cy="758638"/>
          </a:xfrm>
        </p:spPr>
        <p:txBody>
          <a:bodyPr/>
          <a:lstStyle/>
          <a:p>
            <a:r>
              <a:rPr lang="nl-NL" dirty="0"/>
              <a:t>Git voor testers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9F0A891-5D5A-2FF7-C06A-02621820ABC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NL" dirty="0" err="1"/>
              <a:t>Cerios</a:t>
            </a:r>
            <a:r>
              <a:rPr lang="nl-NL" dirty="0"/>
              <a:t> Academy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03B227D-CEE0-98D7-A442-E08F83C6315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8EED386-4985-D6AB-2D51-48CF64A40C1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nl-NL" dirty="0"/>
              <a:t>Discover </a:t>
            </a:r>
            <a:r>
              <a:rPr lang="nl-NL" dirty="0" err="1"/>
              <a:t>the</a:t>
            </a:r>
            <a:r>
              <a:rPr lang="nl-NL" dirty="0"/>
              <a:t> full </a:t>
            </a:r>
            <a:r>
              <a:rPr lang="nl-NL" dirty="0" err="1"/>
              <a:t>potential</a:t>
            </a:r>
            <a:r>
              <a:rPr lang="nl-NL" dirty="0"/>
              <a:t> of </a:t>
            </a:r>
            <a:r>
              <a:rPr lang="nl-NL" dirty="0" err="1"/>
              <a:t>people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software</a:t>
            </a:r>
          </a:p>
        </p:txBody>
      </p:sp>
      <p:pic>
        <p:nvPicPr>
          <p:cNvPr id="2" name="Afbeelding 1" descr="Github Logo - Free social media icons">
            <a:extLst>
              <a:ext uri="{FF2B5EF4-FFF2-40B4-BE49-F238E27FC236}">
                <a16:creationId xmlns:a16="http://schemas.microsoft.com/office/drawing/2014/main" id="{7B834FB3-745A-34C9-EB9D-4012043A4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1449917"/>
            <a:ext cx="2476500" cy="255058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841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283CE-9F3F-D065-860E-935E8C29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D3D9AFE-D171-093E-5CB0-80CB3FBB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837" y="720000"/>
            <a:ext cx="5643378" cy="855929"/>
          </a:xfrm>
        </p:spPr>
        <p:txBody>
          <a:bodyPr/>
          <a:lstStyle/>
          <a:p>
            <a:r>
              <a:rPr lang="nl-NL" dirty="0"/>
              <a:t>Wat gaan we vandaag doen?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3A2DD015-3C49-D2BE-AB8C-41B1C9F64A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30837" y="1592263"/>
            <a:ext cx="5642308" cy="3803258"/>
          </a:xfrm>
        </p:spPr>
        <p:txBody>
          <a:bodyPr vert="horz" lIns="0" tIns="0" rIns="0" bIns="0" rtlCol="0" anchor="t">
            <a:noAutofit/>
          </a:bodyPr>
          <a:lstStyle/>
          <a:p>
            <a:pPr fontAlgn="base"/>
            <a:r>
              <a:rPr lang="nl-NL">
                <a:solidFill>
                  <a:srgbClr val="212B46"/>
                </a:solidFill>
                <a:ea typeface="+mn-lt"/>
                <a:cs typeface="+mn-lt"/>
              </a:rPr>
              <a:t>Voorstelrondje</a:t>
            </a:r>
            <a:r>
              <a:rPr lang="en-US" dirty="0">
                <a:ea typeface="+mn-lt"/>
                <a:cs typeface="+mn-lt"/>
              </a:rPr>
              <a:t>​</a:t>
            </a:r>
            <a:endParaRPr lang="nl-NL"/>
          </a:p>
          <a:p>
            <a:pPr fontAlgn="base"/>
            <a:r>
              <a:rPr lang="nl-NL" dirty="0"/>
              <a:t>Wat zijn je huidige werkzaamheden</a:t>
            </a:r>
            <a:r>
              <a:rPr lang="en-US" dirty="0"/>
              <a:t>​</a:t>
            </a:r>
          </a:p>
          <a:p>
            <a:pPr fontAlgn="base"/>
            <a:r>
              <a:rPr lang="nl-NL" dirty="0"/>
              <a:t>Wat is je ervaring op het gebied van versiebeheer/git</a:t>
            </a:r>
            <a:r>
              <a:rPr lang="en-US" dirty="0"/>
              <a:t>​</a:t>
            </a:r>
          </a:p>
          <a:p>
            <a:pPr fontAlgn="base"/>
            <a:r>
              <a:rPr lang="nl-NL" dirty="0"/>
              <a:t>Wat hoop je te kunnen aan het eind van deze cursus</a:t>
            </a:r>
            <a:r>
              <a:rPr lang="en-US" dirty="0"/>
              <a:t>​</a:t>
            </a:r>
          </a:p>
          <a:p>
            <a:pPr>
              <a:buChar char="•"/>
            </a:pPr>
            <a:endParaRPr lang="en-US" dirty="0"/>
          </a:p>
          <a:p>
            <a:pPr marL="0" indent="0" fontAlgn="base">
              <a:buNone/>
            </a:pPr>
            <a:endParaRPr lang="nl-NL" dirty="0"/>
          </a:p>
          <a:p>
            <a:pPr fontAlgn="base"/>
            <a:r>
              <a:rPr lang="nl-NL" dirty="0"/>
              <a:t>Doel van de training, wat kan je straks?</a:t>
            </a:r>
            <a:endParaRPr lang="en-US" dirty="0"/>
          </a:p>
          <a:p>
            <a:endParaRPr lang="nl-NL" dirty="0"/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EB19393E-E1F9-3D7F-9901-DD7B452D15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1117" y="368300"/>
            <a:ext cx="5642308" cy="16811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nl-NL" dirty="0"/>
              <a:t>Git voor testers</a:t>
            </a:r>
          </a:p>
        </p:txBody>
      </p:sp>
      <p:pic>
        <p:nvPicPr>
          <p:cNvPr id="16" name="Tijdelijke aanduiding voor afbeelding 15">
            <a:extLst>
              <a:ext uri="{FF2B5EF4-FFF2-40B4-BE49-F238E27FC236}">
                <a16:creationId xmlns:a16="http://schemas.microsoft.com/office/drawing/2014/main" id="{384BD412-691F-21B5-E090-4EB229A8EFE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7570498" y="0"/>
            <a:ext cx="3902364" cy="5856288"/>
          </a:xfrm>
        </p:spPr>
      </p:pic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67C1124-9EB5-7406-E464-52A19B090F3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331117" y="6344941"/>
            <a:ext cx="5193163" cy="144759"/>
          </a:xfrm>
        </p:spPr>
        <p:txBody>
          <a:bodyPr/>
          <a:lstStyle/>
          <a:p>
            <a:r>
              <a:rPr lang="nl-NL" dirty="0" err="1"/>
              <a:t>Cerios</a:t>
            </a:r>
            <a:r>
              <a:rPr lang="nl-NL" dirty="0"/>
              <a:t> </a:t>
            </a:r>
            <a:r>
              <a:rPr lang="nl-NL" dirty="0" err="1"/>
              <a:t>academy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161C081-B9E9-8DF2-0793-3967282AB85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223714" y="6343650"/>
            <a:ext cx="270000" cy="144759"/>
          </a:xfrm>
        </p:spPr>
        <p:txBody>
          <a:bodyPr/>
          <a:lstStyle/>
          <a:p>
            <a:fld id="{9E843DB9-9987-4157-AB9C-CEA8D7D910BB}" type="slidenum">
              <a:rPr lang="nl-NL" smtClean="0"/>
              <a:pPr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9330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Tijdelijke aanduiding voor afbeelding 53" descr="Afbeelding met kleding, persoon, Kantoorgebouw, person&#10;&#10;Door AI gegenereerde inhoud is mogelijk onjuist.">
            <a:extLst>
              <a:ext uri="{FF2B5EF4-FFF2-40B4-BE49-F238E27FC236}">
                <a16:creationId xmlns:a16="http://schemas.microsoft.com/office/drawing/2014/main" id="{C9FD1E5A-0A09-DE55-0ABF-FB0AF177426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83" r="28883"/>
          <a:stretch/>
        </p:blipFill>
        <p:spPr>
          <a:xfrm>
            <a:off x="7568910" y="-437664"/>
            <a:ext cx="4623090" cy="7295664"/>
          </a:xfrm>
        </p:spPr>
      </p:pic>
      <p:sp>
        <p:nvSpPr>
          <p:cNvPr id="36" name="Tijdelijke aanduiding voor tekst 35">
            <a:extLst>
              <a:ext uri="{FF2B5EF4-FFF2-40B4-BE49-F238E27FC236}">
                <a16:creationId xmlns:a16="http://schemas.microsoft.com/office/drawing/2014/main" id="{CE0668AD-8B46-3F38-974F-CF16D90443D9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1331117" y="1592263"/>
            <a:ext cx="8083338" cy="4264025"/>
          </a:xfrm>
        </p:spPr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32" name="Titel 31">
            <a:extLst>
              <a:ext uri="{FF2B5EF4-FFF2-40B4-BE49-F238E27FC236}">
                <a16:creationId xmlns:a16="http://schemas.microsoft.com/office/drawing/2014/main" id="{10843436-1831-E2A7-516A-39D8F0374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17" y="720000"/>
            <a:ext cx="5658158" cy="369025"/>
          </a:xfrm>
        </p:spPr>
        <p:txBody>
          <a:bodyPr/>
          <a:lstStyle/>
          <a:p>
            <a:r>
              <a:rPr lang="nl-NL" dirty="0"/>
              <a:t>Agenda </a:t>
            </a:r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988E1AB3-EAB2-0488-D3AB-5E51C6549E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1117" y="368300"/>
            <a:ext cx="5657085" cy="168113"/>
          </a:xfrm>
        </p:spPr>
        <p:txBody>
          <a:bodyPr/>
          <a:lstStyle/>
          <a:p>
            <a:r>
              <a:rPr lang="nl-NL" dirty="0" err="1"/>
              <a:t>Cerios</a:t>
            </a:r>
            <a:r>
              <a:rPr lang="nl-NL" dirty="0"/>
              <a:t> Academy</a:t>
            </a:r>
          </a:p>
        </p:txBody>
      </p:sp>
      <p:sp>
        <p:nvSpPr>
          <p:cNvPr id="31" name="Tijdelijke aanduiding voor dianummer 30">
            <a:extLst>
              <a:ext uri="{FF2B5EF4-FFF2-40B4-BE49-F238E27FC236}">
                <a16:creationId xmlns:a16="http://schemas.microsoft.com/office/drawing/2014/main" id="{FC69BFDD-7B45-6E45-DA94-627FD4196A30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>
          <a:xfrm>
            <a:off x="223714" y="6343650"/>
            <a:ext cx="270000" cy="144759"/>
          </a:xfrm>
        </p:spPr>
        <p:txBody>
          <a:bodyPr/>
          <a:lstStyle/>
          <a:p>
            <a:fld id="{9E843DB9-9987-4157-AB9C-CEA8D7D910BB}" type="slidenum">
              <a:rPr lang="nl-NL" smtClean="0"/>
              <a:pPr/>
              <a:t>6</a:t>
            </a:fld>
            <a:endParaRPr lang="nl-NL" dirty="0"/>
          </a:p>
        </p:txBody>
      </p:sp>
      <p:sp>
        <p:nvSpPr>
          <p:cNvPr id="33" name="Tijdelijke aanduiding voor verticale tekst 32">
            <a:extLst>
              <a:ext uri="{FF2B5EF4-FFF2-40B4-BE49-F238E27FC236}">
                <a16:creationId xmlns:a16="http://schemas.microsoft.com/office/drawing/2014/main" id="{DC0BD610-49E2-B5E9-ADF1-FB054CA97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53745" y="1924510"/>
            <a:ext cx="7393436" cy="3599530"/>
          </a:xfrm>
        </p:spPr>
        <p:txBody>
          <a:bodyPr vert="horz" lIns="0" tIns="0" rIns="0" bIns="0" numCol="2" spcCol="180000" rtlCol="0" anchor="t">
            <a:noAutofit/>
          </a:bodyPr>
          <a:lstStyle/>
          <a:p>
            <a:pPr>
              <a:buFont typeface="Calibri"/>
              <a:buChar char="-"/>
            </a:pPr>
            <a:r>
              <a:rPr lang="en-GB" dirty="0" err="1"/>
              <a:t>Introductie</a:t>
            </a:r>
            <a:r>
              <a:rPr lang="en-GB" dirty="0"/>
              <a:t> op </a:t>
            </a:r>
            <a:r>
              <a:rPr lang="en-GB" dirty="0" err="1"/>
              <a:t>versiebeheer</a:t>
            </a:r>
            <a:r>
              <a:rPr lang="en-GB" dirty="0"/>
              <a:t>​</a:t>
            </a:r>
            <a:br>
              <a:rPr lang="en-GB" dirty="0"/>
            </a:br>
            <a:r>
              <a:rPr lang="en-GB" dirty="0"/>
              <a:t>- Wat is </a:t>
            </a:r>
            <a:r>
              <a:rPr lang="en-GB" dirty="0">
                <a:solidFill>
                  <a:srgbClr val="FFFFFF"/>
                </a:solidFill>
                <a:latin typeface="Aptos"/>
                <a:ea typeface="Verdana"/>
              </a:rPr>
              <a:t>Git</a:t>
            </a:r>
            <a:r>
              <a:rPr lang="en-GB" dirty="0">
                <a:ea typeface="Verdana"/>
              </a:rPr>
              <a:t>?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- </a:t>
            </a:r>
            <a:r>
              <a:rPr lang="en-GB" dirty="0" err="1"/>
              <a:t>Waarom</a:t>
            </a:r>
            <a:r>
              <a:rPr lang="en-GB" dirty="0"/>
              <a:t> Git </a:t>
            </a:r>
            <a:r>
              <a:rPr lang="en-GB" dirty="0" err="1"/>
              <a:t>leren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tester?</a:t>
            </a:r>
          </a:p>
          <a:p>
            <a:pPr>
              <a:buFont typeface="Calibri"/>
              <a:buChar char="-"/>
            </a:pPr>
            <a:r>
              <a:rPr lang="en-GB" err="1"/>
              <a:t>Opzetten</a:t>
            </a:r>
            <a:r>
              <a:rPr lang="en-GB" dirty="0"/>
              <a:t> project</a:t>
            </a:r>
            <a:r>
              <a:rPr lang="en-US" dirty="0"/>
              <a:t>​</a:t>
            </a:r>
          </a:p>
          <a:p>
            <a:pPr>
              <a:buFont typeface="Calibri"/>
              <a:buChar char="-"/>
            </a:pPr>
            <a:r>
              <a:rPr lang="en-GB" dirty="0"/>
              <a:t>Aan de slag</a:t>
            </a:r>
          </a:p>
          <a:p>
            <a:pPr>
              <a:buFont typeface="Calibri"/>
              <a:buChar char="-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7581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B763FAC4-3B8B-93DC-FFFF-458C3874C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6203" y="3084735"/>
            <a:ext cx="10015071" cy="662403"/>
          </a:xfrm>
        </p:spPr>
        <p:txBody>
          <a:bodyPr/>
          <a:lstStyle/>
          <a:p>
            <a:r>
              <a:rPr lang="nl-NL" dirty="0"/>
              <a:t>Introductie</a:t>
            </a:r>
            <a:r>
              <a:rPr lang="nl-NL" noProof="0" dirty="0"/>
              <a:t> Version Control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584F3E-216F-8BF6-E15D-97E2579DDA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56203" y="4084110"/>
            <a:ext cx="10015071" cy="397748"/>
          </a:xfrm>
        </p:spPr>
        <p:txBody>
          <a:bodyPr vert="horz" lIns="0" tIns="0" rIns="0" bIns="0" rtlCol="0" anchor="t">
            <a:noAutofit/>
          </a:bodyPr>
          <a:lstStyle/>
          <a:p>
            <a:endParaRPr lang="nl-NL" dirty="0"/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CD98952D-4D04-05EE-E18F-88CA4D949D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56204" y="2004178"/>
            <a:ext cx="1038802" cy="660465"/>
          </a:xfrm>
        </p:spPr>
        <p:txBody>
          <a:bodyPr/>
          <a:lstStyle/>
          <a:p>
            <a:r>
              <a:rPr lang="nl-NL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7222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GitHub Octodex">
            <a:extLst>
              <a:ext uri="{FF2B5EF4-FFF2-40B4-BE49-F238E27FC236}">
                <a16:creationId xmlns:a16="http://schemas.microsoft.com/office/drawing/2014/main" id="{6D5F85EF-9705-B0D2-46C5-91B74E09DA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" t="1517" r="2780" b="2240"/>
          <a:stretch>
            <a:fillRect/>
          </a:stretch>
        </p:blipFill>
        <p:spPr>
          <a:xfrm>
            <a:off x="7295092" y="1167342"/>
            <a:ext cx="4900822" cy="4882999"/>
          </a:xfrm>
          <a:prstGeom prst="rect">
            <a:avLst/>
          </a:prstGeo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E8CDCDAA-EAB2-A581-75A1-D7EE5A756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17" y="720000"/>
            <a:ext cx="10140158" cy="369025"/>
          </a:xfrm>
        </p:spPr>
        <p:txBody>
          <a:bodyPr/>
          <a:lstStyle/>
          <a:p>
            <a:r>
              <a:rPr lang="nl-NL" dirty="0"/>
              <a:t>Wat is </a:t>
            </a:r>
            <a:r>
              <a:rPr lang="nl-NL" dirty="0" err="1"/>
              <a:t>version</a:t>
            </a:r>
            <a:r>
              <a:rPr lang="nl-NL" dirty="0"/>
              <a:t> control?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EA4E17D7-2289-4E98-5B63-17F53BCA4D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1117" y="368300"/>
            <a:ext cx="10138235" cy="16811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nl-NL" dirty="0"/>
              <a:t>Git voor testers</a:t>
            </a:r>
          </a:p>
          <a:p>
            <a:endParaRPr lang="nl-NL"/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E93BB4F5-5D12-B0F9-C050-3533B627C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31117" y="1593488"/>
            <a:ext cx="10140158" cy="4237200"/>
          </a:xfrm>
        </p:spPr>
        <p:txBody>
          <a:bodyPr/>
          <a:lstStyle/>
          <a:p>
            <a:pPr marL="0" indent="0">
              <a:buNone/>
            </a:pPr>
            <a:r>
              <a:rPr lang="en-GB" dirty="0" err="1"/>
              <a:t>Versiebeheersysteem</a:t>
            </a:r>
            <a:r>
              <a:rPr lang="en-GB" dirty="0"/>
              <a:t> of VCS (Engels: Version Control System)</a:t>
            </a:r>
            <a:r>
              <a:rPr lang="en-US" dirty="0"/>
              <a:t>​</a:t>
            </a:r>
          </a:p>
          <a:p>
            <a:r>
              <a:rPr lang="en-GB" dirty="0" err="1"/>
              <a:t>Meest</a:t>
            </a:r>
            <a:r>
              <a:rPr lang="en-GB" dirty="0"/>
              <a:t> </a:t>
            </a:r>
            <a:r>
              <a:rPr lang="en-GB" dirty="0" err="1"/>
              <a:t>gebruikt</a:t>
            </a:r>
            <a:r>
              <a:rPr lang="en-GB" dirty="0"/>
              <a:t> </a:t>
            </a:r>
            <a:r>
              <a:rPr lang="en-GB" dirty="0" err="1"/>
              <a:t>bij</a:t>
            </a:r>
            <a:r>
              <a:rPr lang="en-GB" dirty="0"/>
              <a:t> de </a:t>
            </a:r>
            <a:r>
              <a:rPr lang="en-GB" dirty="0" err="1"/>
              <a:t>ontwikkeling</a:t>
            </a:r>
            <a:r>
              <a:rPr lang="en-GB" dirty="0"/>
              <a:t> van software.</a:t>
            </a:r>
            <a:r>
              <a:rPr lang="en-US" dirty="0"/>
              <a:t>​</a:t>
            </a:r>
          </a:p>
          <a:p>
            <a:r>
              <a:rPr lang="en-GB" dirty="0" err="1"/>
              <a:t>Vergelijken</a:t>
            </a:r>
            <a:r>
              <a:rPr lang="en-GB" dirty="0"/>
              <a:t>, </a:t>
            </a:r>
            <a:r>
              <a:rPr lang="en-GB" dirty="0" err="1"/>
              <a:t>herstellen</a:t>
            </a:r>
            <a:r>
              <a:rPr lang="en-GB" dirty="0"/>
              <a:t>, </a:t>
            </a:r>
            <a:r>
              <a:rPr lang="en-GB" dirty="0" err="1"/>
              <a:t>samenvoegen</a:t>
            </a:r>
            <a:r>
              <a:rPr lang="en-GB" dirty="0"/>
              <a:t>​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 err="1"/>
              <a:t>Gangbare</a:t>
            </a:r>
            <a:r>
              <a:rPr lang="en-GB" dirty="0"/>
              <a:t> </a:t>
            </a:r>
            <a:r>
              <a:rPr lang="en-GB" dirty="0" err="1"/>
              <a:t>programma’s</a:t>
            </a:r>
            <a:r>
              <a:rPr lang="en-GB" dirty="0"/>
              <a:t> met </a:t>
            </a:r>
            <a:r>
              <a:rPr lang="en-GB" dirty="0" err="1"/>
              <a:t>ingebakken</a:t>
            </a:r>
            <a:r>
              <a:rPr lang="en-GB" dirty="0"/>
              <a:t> version control</a:t>
            </a:r>
            <a:r>
              <a:rPr lang="en-US" dirty="0"/>
              <a:t>​</a:t>
            </a:r>
          </a:p>
          <a:p>
            <a:r>
              <a:rPr lang="en-GB" dirty="0"/>
              <a:t>Microsoft Word/Excel/</a:t>
            </a:r>
            <a:r>
              <a:rPr lang="en-GB" dirty="0" err="1"/>
              <a:t>Powerpoint</a:t>
            </a:r>
            <a:r>
              <a:rPr lang="en-GB" dirty="0"/>
              <a:t>​</a:t>
            </a:r>
          </a:p>
          <a:p>
            <a:r>
              <a:rPr lang="en-GB" dirty="0" err="1"/>
              <a:t>Wordpress</a:t>
            </a:r>
            <a:r>
              <a:rPr lang="en-GB" dirty="0"/>
              <a:t>​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 err="1"/>
              <a:t>Meest</a:t>
            </a:r>
            <a:r>
              <a:rPr lang="en-GB" dirty="0"/>
              <a:t> </a:t>
            </a:r>
            <a:r>
              <a:rPr lang="en-GB" dirty="0" err="1"/>
              <a:t>gebruikte</a:t>
            </a:r>
            <a:r>
              <a:rPr lang="en-GB" dirty="0"/>
              <a:t> </a:t>
            </a:r>
            <a:r>
              <a:rPr lang="en-GB" dirty="0" err="1"/>
              <a:t>vorm</a:t>
            </a:r>
            <a:r>
              <a:rPr lang="en-GB" dirty="0"/>
              <a:t> </a:t>
            </a:r>
            <a:r>
              <a:rPr lang="en-GB" dirty="0" err="1"/>
              <a:t>binnen</a:t>
            </a:r>
            <a:r>
              <a:rPr lang="en-GB" dirty="0"/>
              <a:t> </a:t>
            </a:r>
            <a:r>
              <a:rPr lang="en-GB" dirty="0" err="1"/>
              <a:t>softwareontwikkeling</a:t>
            </a:r>
            <a:r>
              <a:rPr lang="en-GB" dirty="0"/>
              <a:t>: GIT</a:t>
            </a:r>
            <a:endParaRPr lang="en-US" dirty="0"/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1993B1E5-7B63-37CE-1B9B-14E49A10067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331117" y="6344941"/>
            <a:ext cx="5193163" cy="144759"/>
          </a:xfrm>
        </p:spPr>
        <p:txBody>
          <a:bodyPr/>
          <a:lstStyle/>
          <a:p>
            <a:r>
              <a:rPr lang="nl-NL" dirty="0" err="1"/>
              <a:t>Cerios</a:t>
            </a:r>
            <a:r>
              <a:rPr lang="nl-NL" dirty="0"/>
              <a:t> Academy</a:t>
            </a:r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799DC64B-A21A-8632-51DD-8A5C233132B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223714" y="6343650"/>
            <a:ext cx="270000" cy="144759"/>
          </a:xfrm>
        </p:spPr>
        <p:txBody>
          <a:bodyPr/>
          <a:lstStyle/>
          <a:p>
            <a:fld id="{9E843DB9-9987-4157-AB9C-CEA8D7D910BB}" type="slidenum">
              <a:rPr lang="nl-NL" smtClean="0"/>
              <a:pPr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408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981E8-498B-4710-2004-0F657F99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8077CF55-0318-076C-69E3-5F1DA7898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17" y="720000"/>
            <a:ext cx="10140158" cy="369025"/>
          </a:xfrm>
        </p:spPr>
        <p:txBody>
          <a:bodyPr/>
          <a:lstStyle/>
          <a:p>
            <a:r>
              <a:rPr lang="nl-NL" dirty="0">
                <a:solidFill>
                  <a:srgbClr val="212B46"/>
                </a:solidFill>
                <a:latin typeface="Aptos"/>
                <a:ea typeface="Verdana"/>
              </a:rPr>
              <a:t>Waarom Git leren als tester?</a:t>
            </a:r>
            <a:endParaRPr lang="nl-NL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F4A5E77D-40D7-C421-E8C8-90F9C7A571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1117" y="368300"/>
            <a:ext cx="10138235" cy="16811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nl-NL" dirty="0"/>
              <a:t>Git voor testers</a:t>
            </a:r>
          </a:p>
          <a:p>
            <a:endParaRPr lang="nl-NL"/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08A9B987-74D3-115F-E1FB-BAA076180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31117" y="1593488"/>
            <a:ext cx="10140158" cy="4237200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/>
              <a:t>- Beter </a:t>
            </a:r>
            <a:r>
              <a:rPr lang="en-US" err="1"/>
              <a:t>beheer</a:t>
            </a:r>
            <a:r>
              <a:rPr lang="en-US"/>
              <a:t> van testcases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automatiseringsscripts</a:t>
            </a:r>
            <a:endParaRPr lang="en-US" dirty="0" err="1"/>
          </a:p>
          <a:p>
            <a:pPr marL="0" indent="0">
              <a:buNone/>
            </a:pPr>
            <a:r>
              <a:rPr lang="en-US"/>
              <a:t>- </a:t>
            </a:r>
            <a:r>
              <a:rPr lang="en-US" err="1"/>
              <a:t>Samenwerken</a:t>
            </a:r>
            <a:r>
              <a:rPr lang="en-US"/>
              <a:t> met </a:t>
            </a:r>
            <a:r>
              <a:rPr lang="en-US" err="1"/>
              <a:t>ontwikkelaars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andere</a:t>
            </a:r>
            <a:r>
              <a:rPr lang="en-US"/>
              <a:t> testers</a:t>
            </a:r>
            <a:endParaRPr lang="en-US" dirty="0"/>
          </a:p>
          <a:p>
            <a:pPr marL="0" indent="0">
              <a:buNone/>
            </a:pPr>
            <a:r>
              <a:rPr lang="en-US"/>
              <a:t>- </a:t>
            </a:r>
            <a:r>
              <a:rPr lang="en-US" err="1"/>
              <a:t>Versiebeheer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consistente</a:t>
            </a:r>
            <a:r>
              <a:rPr lang="en-US"/>
              <a:t> </a:t>
            </a:r>
            <a:r>
              <a:rPr lang="en-US" err="1"/>
              <a:t>resultaten</a:t>
            </a:r>
            <a:endParaRPr lang="en-US" dirty="0" err="1"/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/>
              <a:t>Essentiële</a:t>
            </a:r>
            <a:r>
              <a:rPr lang="en-US" dirty="0"/>
              <a:t> </a:t>
            </a:r>
            <a:r>
              <a:rPr lang="en-US" dirty="0" err="1"/>
              <a:t>vaardigheid</a:t>
            </a:r>
            <a:r>
              <a:rPr lang="en-US" dirty="0"/>
              <a:t> in </a:t>
            </a:r>
            <a:r>
              <a:rPr lang="en-US" dirty="0" err="1"/>
              <a:t>moderne</a:t>
            </a:r>
            <a:r>
              <a:rPr lang="en-US" dirty="0"/>
              <a:t> QA-workflows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AFB33E7E-3BA0-2B38-E0D0-7F23020D6A3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331117" y="6344941"/>
            <a:ext cx="5193163" cy="144759"/>
          </a:xfrm>
        </p:spPr>
        <p:txBody>
          <a:bodyPr/>
          <a:lstStyle/>
          <a:p>
            <a:r>
              <a:rPr lang="nl-NL" dirty="0" err="1"/>
              <a:t>Cerios</a:t>
            </a:r>
            <a:r>
              <a:rPr lang="nl-NL" dirty="0"/>
              <a:t> Academy</a:t>
            </a:r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3C1B4BB8-6E8E-FD3E-202C-20F9E2B78C1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223714" y="6343650"/>
            <a:ext cx="270000" cy="144759"/>
          </a:xfrm>
        </p:spPr>
        <p:txBody>
          <a:bodyPr/>
          <a:lstStyle/>
          <a:p>
            <a:fld id="{9E843DB9-9987-4157-AB9C-CEA8D7D910BB}" type="slidenum">
              <a:rPr lang="nl-NL" smtClean="0"/>
              <a:pPr/>
              <a:t>9</a:t>
            </a:fld>
            <a:endParaRPr lang="nl-NL"/>
          </a:p>
        </p:txBody>
      </p:sp>
      <p:pic>
        <p:nvPicPr>
          <p:cNvPr id="2" name="Afbeelding 1" descr="GitHub Octodex">
            <a:extLst>
              <a:ext uri="{FF2B5EF4-FFF2-40B4-BE49-F238E27FC236}">
                <a16:creationId xmlns:a16="http://schemas.microsoft.com/office/drawing/2014/main" id="{1BBE5C92-BA4A-2529-B713-D0309A9FC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017" y="2260600"/>
            <a:ext cx="4210050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60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AF4495-2AA9-CB05-330B-210253B60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D37BB8B-77CA-5BDE-2E01-8EDECE1496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9AB85A6-AA22-9640-9CA4-791F9545AB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164392B-C1FE-DA4F-A3BB-BE4B462C4B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B7CFB2E-73C4-21AB-3A43-63445F50E33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7" name="Onlinemedia 6" descr="Git Explained in 100 Seconds">
            <a:hlinkClick r:id="" action="ppaction://media"/>
            <a:extLst>
              <a:ext uri="{FF2B5EF4-FFF2-40B4-BE49-F238E27FC236}">
                <a16:creationId xmlns:a16="http://schemas.microsoft.com/office/drawing/2014/main" id="{E689E7FA-5841-AFC2-94E5-053BC6E4C15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79072" y="391697"/>
            <a:ext cx="10795251" cy="609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7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D0F955-F9B8-E43E-D2A7-99911C18D6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Commando’s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3AA4175-14D8-F6D0-4A7B-C5E65349FA0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0ACE5C5-5EBA-5A65-FC1F-892538342A2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nl-NL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5317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A48F2-9E50-ACA5-14DB-42C045377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B50ABE2-7F52-AF6C-A853-E9B8C7F29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17" y="720000"/>
            <a:ext cx="10140158" cy="369025"/>
          </a:xfrm>
        </p:spPr>
        <p:txBody>
          <a:bodyPr/>
          <a:lstStyle/>
          <a:p>
            <a:r>
              <a:rPr lang="nl-NL" dirty="0"/>
              <a:t>De belangrijkste commando’s op een rij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DF386EF4-4101-E0D5-9C50-862F9CFDB0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1117" y="368300"/>
            <a:ext cx="10138235" cy="16811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nl-NL" dirty="0"/>
              <a:t>Git voor testers</a:t>
            </a:r>
          </a:p>
          <a:p>
            <a:endParaRPr lang="nl-NL"/>
          </a:p>
        </p:txBody>
      </p:sp>
      <p:sp>
        <p:nvSpPr>
          <p:cNvPr id="6" name="Tijdelijke aanduiding voor verticale tekst 5">
            <a:extLst>
              <a:ext uri="{FF2B5EF4-FFF2-40B4-BE49-F238E27FC236}">
                <a16:creationId xmlns:a16="http://schemas.microsoft.com/office/drawing/2014/main" id="{21EDBD2E-BFD5-8FE0-2136-0131C9250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31117" y="1593488"/>
            <a:ext cx="11314908" cy="4087645"/>
          </a:xfrm>
        </p:spPr>
        <p:txBody>
          <a:bodyPr vert="horz" lIns="0" tIns="0" rIns="0" bIns="0" numCol="2" rtlCol="0" anchor="t">
            <a:noAutofit/>
          </a:bodyPr>
          <a:lstStyle/>
          <a:p>
            <a:pPr>
              <a:buChar char="•"/>
            </a:pP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- `git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init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`: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Initialiseer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een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nieuwe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repository</a:t>
            </a:r>
            <a:endParaRPr lang="en-GB" dirty="0">
              <a:ea typeface="Verdana"/>
            </a:endParaRPr>
          </a:p>
          <a:p>
            <a:pPr>
              <a:buChar char="•"/>
            </a:pP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- `git clone`: </a:t>
            </a:r>
            <a:r>
              <a:rPr lang="en-GB" dirty="0" err="1">
                <a:solidFill>
                  <a:srgbClr val="212B46"/>
                </a:solidFill>
                <a:latin typeface="Aptos"/>
                <a:ea typeface="Verdana"/>
              </a:rPr>
              <a:t>Kopieer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</a:t>
            </a:r>
            <a:r>
              <a:rPr lang="en-GB" dirty="0" err="1">
                <a:solidFill>
                  <a:srgbClr val="212B46"/>
                </a:solidFill>
                <a:latin typeface="Aptos"/>
                <a:ea typeface="Verdana"/>
              </a:rPr>
              <a:t>een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</a:t>
            </a:r>
            <a:r>
              <a:rPr lang="en-GB" dirty="0" err="1">
                <a:solidFill>
                  <a:srgbClr val="212B46"/>
                </a:solidFill>
                <a:latin typeface="Aptos"/>
                <a:ea typeface="Verdana"/>
              </a:rPr>
              <a:t>bestaande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repository</a:t>
            </a:r>
            <a:endParaRPr lang="en-GB" dirty="0">
              <a:latin typeface="Aptos"/>
              <a:ea typeface="Verdana"/>
            </a:endParaRPr>
          </a:p>
          <a:p>
            <a:pPr>
              <a:buChar char="•"/>
            </a:pP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- `git status`: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Controleer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de status van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wijzigingen</a:t>
            </a:r>
            <a:endParaRPr lang="en-GB" err="1">
              <a:latin typeface="Aptos"/>
              <a:ea typeface="Verdana"/>
            </a:endParaRPr>
          </a:p>
          <a:p>
            <a:pPr>
              <a:buChar char="•"/>
            </a:pP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- `git add`: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Voeg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wijzigingen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toe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aan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de staging area</a:t>
            </a:r>
            <a:endParaRPr lang="en-GB" dirty="0">
              <a:latin typeface="Aptos"/>
              <a:ea typeface="Verdana"/>
            </a:endParaRPr>
          </a:p>
          <a:p>
            <a:pPr>
              <a:buChar char="•"/>
            </a:pP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- `git commit`: Sla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wijzigingen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op met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een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bericht</a:t>
            </a:r>
            <a:endParaRPr lang="en-GB" err="1">
              <a:latin typeface="Aptos"/>
              <a:ea typeface="Verdana"/>
            </a:endParaRPr>
          </a:p>
          <a:p>
            <a:pPr>
              <a:buChar char="•"/>
            </a:pP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- `git push`: Upload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wijzigingen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naar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een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remote repository</a:t>
            </a:r>
            <a:endParaRPr lang="en-GB" dirty="0">
              <a:latin typeface="Aptos"/>
              <a:ea typeface="Verdana"/>
            </a:endParaRPr>
          </a:p>
          <a:p>
            <a:pPr>
              <a:buChar char="•"/>
            </a:pP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- `git pull`: Haal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wijzigingen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op van </a:t>
            </a:r>
            <a:r>
              <a:rPr lang="en-GB" err="1">
                <a:solidFill>
                  <a:srgbClr val="212B46"/>
                </a:solidFill>
                <a:latin typeface="Aptos"/>
                <a:ea typeface="Verdana"/>
              </a:rPr>
              <a:t>een</a:t>
            </a:r>
            <a:r>
              <a:rPr lang="en-GB" dirty="0">
                <a:solidFill>
                  <a:srgbClr val="212B46"/>
                </a:solidFill>
                <a:latin typeface="Aptos"/>
                <a:ea typeface="Verdana"/>
              </a:rPr>
              <a:t> remote repository</a:t>
            </a:r>
            <a:endParaRPr lang="en-GB" dirty="0"/>
          </a:p>
          <a:p>
            <a:endParaRPr lang="en-GB" dirty="0">
              <a:latin typeface="Aptos"/>
              <a:ea typeface="Verdana"/>
            </a:endParaRPr>
          </a:p>
          <a:p>
            <a:endParaRPr lang="en-GB" dirty="0">
              <a:latin typeface="Aptos"/>
              <a:ea typeface="Verdana"/>
            </a:endParaRPr>
          </a:p>
          <a:p>
            <a:endParaRPr lang="en-GB" dirty="0">
              <a:latin typeface="Aptos"/>
              <a:ea typeface="Verdana"/>
            </a:endParaRPr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F68438DF-F3E1-B667-C067-7C0DCA6C4C2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331117" y="6344941"/>
            <a:ext cx="5193163" cy="144759"/>
          </a:xfrm>
        </p:spPr>
        <p:txBody>
          <a:bodyPr/>
          <a:lstStyle/>
          <a:p>
            <a:r>
              <a:rPr lang="nl-NL" dirty="0" err="1"/>
              <a:t>Cerios</a:t>
            </a:r>
            <a:r>
              <a:rPr lang="nl-NL" dirty="0"/>
              <a:t> Academy</a:t>
            </a:r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10723CB7-CB81-2EB7-0CAA-1675273E507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223714" y="6343650"/>
            <a:ext cx="270000" cy="144759"/>
          </a:xfrm>
        </p:spPr>
        <p:txBody>
          <a:bodyPr/>
          <a:lstStyle/>
          <a:p>
            <a:fld id="{9E843DB9-9987-4157-AB9C-CEA8D7D910BB}" type="slidenum">
              <a:rPr lang="nl-NL" smtClean="0"/>
              <a:pPr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382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ACE640-91F6-295F-CFC6-D3F251E6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17" y="720000"/>
            <a:ext cx="8352814" cy="872263"/>
          </a:xfrm>
        </p:spPr>
        <p:txBody>
          <a:bodyPr/>
          <a:lstStyle/>
          <a:p>
            <a:r>
              <a:rPr lang="nl-NL" dirty="0"/>
              <a:t>Do's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dont’s</a:t>
            </a:r>
            <a:r>
              <a:rPr lang="nl-NL" dirty="0"/>
              <a:t> bij </a:t>
            </a:r>
            <a:r>
              <a:rPr lang="nl-NL" dirty="0" err="1"/>
              <a:t>commit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49AF9A5-0C7D-78D5-D330-CA0D8CD83C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/>
              <a:t>Cerios template-set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2821316-19D8-A194-4836-E58005B35D9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13</a:t>
            </a:fld>
            <a:endParaRPr lang="nl-NL"/>
          </a:p>
        </p:txBody>
      </p:sp>
      <p:sp>
        <p:nvSpPr>
          <p:cNvPr id="4" name="Tijdelijke aanduiding voor verticale tekst 3">
            <a:extLst>
              <a:ext uri="{FF2B5EF4-FFF2-40B4-BE49-F238E27FC236}">
                <a16:creationId xmlns:a16="http://schemas.microsoft.com/office/drawing/2014/main" id="{4D16F5BF-4AC0-560B-86DC-1D7533E4426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vert="horz" lIns="0" tIns="0" rIns="0" bIns="0" numCol="2" spcCol="180000" rtlCol="0" anchor="t">
            <a:noAutofit/>
          </a:bodyPr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040CE63-95EC-0849-5BFA-AA22DF61FC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45325" y="2179610"/>
            <a:ext cx="4915451" cy="3803258"/>
          </a:xfrm>
        </p:spPr>
        <p:txBody>
          <a:bodyPr/>
          <a:lstStyle/>
          <a:p>
            <a:r>
              <a:rPr lang="nl-NL" dirty="0"/>
              <a:t>Vage </a:t>
            </a:r>
            <a:r>
              <a:rPr lang="nl-NL" dirty="0" err="1"/>
              <a:t>commit</a:t>
            </a:r>
            <a:r>
              <a:rPr lang="nl-NL" dirty="0"/>
              <a:t> </a:t>
            </a:r>
            <a:r>
              <a:rPr lang="nl-NL" dirty="0" err="1"/>
              <a:t>messages</a:t>
            </a:r>
            <a:endParaRPr lang="nl-NL" dirty="0"/>
          </a:p>
          <a:p>
            <a:pPr lvl="1">
              <a:lnSpc>
                <a:spcPct val="100000"/>
              </a:lnSpc>
            </a:pPr>
            <a:r>
              <a:rPr lang="nl-NL" sz="1000" dirty="0"/>
              <a:t>changes, stuff, </a:t>
            </a:r>
            <a:r>
              <a:rPr lang="nl-NL" sz="1000" dirty="0" err="1"/>
              <a:t>final</a:t>
            </a:r>
            <a:r>
              <a:rPr lang="nl-NL" sz="1000" dirty="0"/>
              <a:t> </a:t>
            </a:r>
            <a:r>
              <a:rPr lang="nl-NL" sz="1000" dirty="0" err="1"/>
              <a:t>version</a:t>
            </a:r>
            <a:r>
              <a:rPr lang="nl-NL" sz="1000" dirty="0"/>
              <a:t>, </a:t>
            </a:r>
            <a:r>
              <a:rPr lang="nl-NL" sz="1000" dirty="0" err="1"/>
              <a:t>updated</a:t>
            </a:r>
            <a:r>
              <a:rPr lang="nl-NL" sz="1000" dirty="0"/>
              <a:t> code, </a:t>
            </a:r>
            <a:r>
              <a:rPr lang="nl-NL" sz="1000" dirty="0" err="1"/>
              <a:t>this</a:t>
            </a:r>
            <a:r>
              <a:rPr lang="nl-NL" sz="1000" dirty="0"/>
              <a:t> </a:t>
            </a:r>
            <a:r>
              <a:rPr lang="nl-NL" sz="1000" dirty="0" err="1"/>
              <a:t>doesnt</a:t>
            </a:r>
            <a:r>
              <a:rPr lang="nl-NL" sz="1000" dirty="0"/>
              <a:t> </a:t>
            </a:r>
            <a:r>
              <a:rPr lang="nl-NL" sz="1000" dirty="0" err="1"/>
              <a:t>work</a:t>
            </a:r>
            <a:r>
              <a:rPr lang="nl-NL" sz="1000" dirty="0"/>
              <a:t> </a:t>
            </a:r>
            <a:r>
              <a:rPr lang="nl-NL" sz="1000" dirty="0" err="1"/>
              <a:t>brrrrrr</a:t>
            </a:r>
            <a:endParaRPr lang="nl-NL" sz="1000" dirty="0"/>
          </a:p>
          <a:p>
            <a:r>
              <a:rPr lang="nl-NL" dirty="0"/>
              <a:t>Meerdere onderwerpen in één </a:t>
            </a:r>
            <a:r>
              <a:rPr lang="nl-NL" dirty="0" err="1"/>
              <a:t>commit</a:t>
            </a:r>
            <a:endParaRPr lang="nl-NL" dirty="0"/>
          </a:p>
          <a:p>
            <a:pPr lvl="1"/>
            <a:r>
              <a:rPr lang="nl-NL" sz="1000" dirty="0"/>
              <a:t>Denk aan meerdere features/aanpassingen</a:t>
            </a:r>
          </a:p>
          <a:p>
            <a:r>
              <a:rPr lang="nl-NL" dirty="0"/>
              <a:t>Geheime gegevens </a:t>
            </a:r>
            <a:r>
              <a:rPr lang="nl-NL" dirty="0" err="1"/>
              <a:t>committen</a:t>
            </a:r>
            <a:endParaRPr lang="nl-NL" dirty="0"/>
          </a:p>
          <a:p>
            <a:pPr lvl="1"/>
            <a:r>
              <a:rPr lang="nl-NL" sz="1000" dirty="0"/>
              <a:t>Wachtwoorden, API </a:t>
            </a:r>
            <a:r>
              <a:rPr lang="nl-NL" sz="1000" dirty="0" err="1"/>
              <a:t>keys</a:t>
            </a:r>
            <a:r>
              <a:rPr lang="nl-NL" sz="1000" dirty="0"/>
              <a:t>, Tokens</a:t>
            </a:r>
          </a:p>
          <a:p>
            <a:r>
              <a:rPr lang="nl-NL" dirty="0"/>
              <a:t>Grote bestanden </a:t>
            </a:r>
            <a:r>
              <a:rPr lang="nl-NL" dirty="0" err="1"/>
              <a:t>committen</a:t>
            </a:r>
            <a:endParaRPr lang="nl-NL" dirty="0"/>
          </a:p>
          <a:p>
            <a:pPr lvl="1"/>
            <a:r>
              <a:rPr lang="nl-NL" sz="1000" dirty="0"/>
              <a:t>Video’s, Zip-bestanden, </a:t>
            </a:r>
            <a:r>
              <a:rPr lang="nl-NL" sz="1000" dirty="0" err="1"/>
              <a:t>Build-artifacts</a:t>
            </a:r>
            <a:endParaRPr lang="nl-NL" sz="1000" dirty="0"/>
          </a:p>
          <a:p>
            <a:pPr lvl="1"/>
            <a:r>
              <a:rPr lang="nl-NL" sz="1000" i="1" dirty="0"/>
              <a:t>(Gebruik hiervoor externe opslag of .</a:t>
            </a:r>
            <a:r>
              <a:rPr lang="nl-NL" sz="1000" i="1" dirty="0" err="1"/>
              <a:t>gitignore</a:t>
            </a:r>
            <a:r>
              <a:rPr lang="nl-NL" sz="1000" i="1" dirty="0"/>
              <a:t>)</a:t>
            </a:r>
            <a:endParaRPr lang="nl-NL" sz="1000" dirty="0"/>
          </a:p>
          <a:p>
            <a:endParaRPr lang="nl-NL" dirty="0"/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2DF84236-6E59-3B1D-3E82-FADD2C7C0662}"/>
              </a:ext>
            </a:extLst>
          </p:cNvPr>
          <p:cNvSpPr txBox="1">
            <a:spLocks/>
          </p:cNvSpPr>
          <p:nvPr/>
        </p:nvSpPr>
        <p:spPr>
          <a:xfrm>
            <a:off x="1737360" y="2179610"/>
            <a:ext cx="4167808" cy="38032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4625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tabLst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3181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Segoe UI Light" panose="020B0502040204020203" pitchFamily="34" charset="0"/>
              <a:buChar char="–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1" kern="1200" cap="none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74638" indent="-27463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Begin met een werkwoord </a:t>
            </a:r>
            <a:br>
              <a:rPr lang="nl-NL" dirty="0"/>
            </a:br>
            <a:r>
              <a:rPr lang="nl-NL" dirty="0"/>
              <a:t>(</a:t>
            </a:r>
            <a:r>
              <a:rPr lang="nl-NL" dirty="0" err="1"/>
              <a:t>Add</a:t>
            </a:r>
            <a:r>
              <a:rPr lang="nl-NL" dirty="0"/>
              <a:t> …, Fix …, Update …, </a:t>
            </a:r>
            <a:r>
              <a:rPr lang="nl-NL" dirty="0" err="1"/>
              <a:t>Remove</a:t>
            </a:r>
            <a:r>
              <a:rPr lang="nl-NL" dirty="0"/>
              <a:t> …)</a:t>
            </a:r>
          </a:p>
          <a:p>
            <a:r>
              <a:rPr lang="nl-NL" dirty="0"/>
              <a:t>Houd het kort en concreet</a:t>
            </a:r>
          </a:p>
          <a:p>
            <a:r>
              <a:rPr lang="nl-NL" dirty="0"/>
              <a:t>Beschrijf </a:t>
            </a:r>
            <a:r>
              <a:rPr lang="nl-NL" i="1" dirty="0"/>
              <a:t>wat</a:t>
            </a:r>
            <a:r>
              <a:rPr lang="nl-NL" dirty="0"/>
              <a:t> en liefst ook </a:t>
            </a:r>
            <a:r>
              <a:rPr lang="nl-NL" i="1" dirty="0"/>
              <a:t>waarom</a:t>
            </a:r>
          </a:p>
          <a:p>
            <a:pPr lvl="1"/>
            <a:r>
              <a:rPr lang="nl-NL" sz="1000" i="1" dirty="0"/>
              <a:t>Vraag jezelf, waarom voeg ik deze change toe?</a:t>
            </a:r>
            <a:endParaRPr lang="nl-NL" sz="1000" dirty="0"/>
          </a:p>
          <a:p>
            <a:r>
              <a:rPr lang="nl-NL" dirty="0" err="1"/>
              <a:t>Commit</a:t>
            </a:r>
            <a:r>
              <a:rPr lang="nl-NL" dirty="0"/>
              <a:t> klein en logisch</a:t>
            </a:r>
          </a:p>
          <a:p>
            <a:pPr lvl="1"/>
            <a:r>
              <a:rPr lang="nl-NL" sz="1200" dirty="0"/>
              <a:t>1 </a:t>
            </a:r>
            <a:r>
              <a:rPr lang="nl-NL" sz="1200" dirty="0" err="1"/>
              <a:t>commit</a:t>
            </a:r>
            <a:r>
              <a:rPr lang="nl-NL" sz="1200" dirty="0"/>
              <a:t> = 1 soort wijziging</a:t>
            </a:r>
          </a:p>
          <a:p>
            <a:pPr lvl="1"/>
            <a:r>
              <a:rPr lang="nl-NL" sz="1200" dirty="0"/>
              <a:t>Liever 3 kleine </a:t>
            </a:r>
            <a:r>
              <a:rPr lang="nl-NL" sz="1200" dirty="0" err="1"/>
              <a:t>commits</a:t>
            </a:r>
            <a:r>
              <a:rPr lang="nl-NL" sz="1200" dirty="0"/>
              <a:t> dan 1 grote</a:t>
            </a:r>
          </a:p>
          <a:p>
            <a:r>
              <a:rPr lang="nl-NL" b="1" dirty="0"/>
              <a:t>Voorbeelden</a:t>
            </a:r>
            <a:endParaRPr lang="nl-NL" dirty="0"/>
          </a:p>
          <a:p>
            <a:r>
              <a:rPr lang="nl-NL" sz="1000" dirty="0" err="1"/>
              <a:t>Add</a:t>
            </a:r>
            <a:r>
              <a:rPr lang="nl-NL" sz="1000" dirty="0"/>
              <a:t> login test scenario</a:t>
            </a:r>
          </a:p>
          <a:p>
            <a:r>
              <a:rPr lang="nl-NL" sz="1000" dirty="0"/>
              <a:t>Fix typo in setup </a:t>
            </a:r>
            <a:r>
              <a:rPr lang="nl-NL" sz="1000" dirty="0" err="1"/>
              <a:t>instructions</a:t>
            </a:r>
            <a:endParaRPr lang="nl-NL" sz="1000" dirty="0"/>
          </a:p>
          <a:p>
            <a:r>
              <a:rPr lang="nl-NL" sz="1000" dirty="0"/>
              <a:t>Update README </a:t>
            </a:r>
            <a:r>
              <a:rPr lang="nl-NL" sz="1000" dirty="0" err="1"/>
              <a:t>with</a:t>
            </a:r>
            <a:r>
              <a:rPr lang="nl-NL" sz="1000" dirty="0"/>
              <a:t> </a:t>
            </a:r>
            <a:r>
              <a:rPr lang="nl-NL" sz="1000" dirty="0" err="1"/>
              <a:t>install</a:t>
            </a:r>
            <a:r>
              <a:rPr lang="nl-NL" sz="1000" dirty="0"/>
              <a:t> steps</a:t>
            </a:r>
          </a:p>
          <a:p>
            <a:pPr marL="0" indent="0">
              <a:buNone/>
            </a:pPr>
            <a:br>
              <a:rPr lang="nl-NL" dirty="0"/>
            </a:br>
            <a:endParaRPr lang="nl-NL" dirty="0"/>
          </a:p>
          <a:p>
            <a:endParaRPr lang="nl-NL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BBD53D6D-CD3A-C018-81EE-E43AE88F8739}"/>
              </a:ext>
            </a:extLst>
          </p:cNvPr>
          <p:cNvSpPr txBox="1">
            <a:spLocks/>
          </p:cNvSpPr>
          <p:nvPr/>
        </p:nvSpPr>
        <p:spPr>
          <a:xfrm>
            <a:off x="1278866" y="1604357"/>
            <a:ext cx="1002780" cy="8722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dirty="0">
                <a:solidFill>
                  <a:srgbClr val="8ACEAF"/>
                </a:solidFill>
              </a:rPr>
              <a:t>Do's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D0303041-948A-13FC-0FD8-1689CF0D4730}"/>
              </a:ext>
            </a:extLst>
          </p:cNvPr>
          <p:cNvSpPr txBox="1">
            <a:spLocks/>
          </p:cNvSpPr>
          <p:nvPr/>
        </p:nvSpPr>
        <p:spPr>
          <a:xfrm>
            <a:off x="6524280" y="1592263"/>
            <a:ext cx="2495005" cy="8722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dirty="0" err="1">
                <a:solidFill>
                  <a:srgbClr val="BB0001"/>
                </a:solidFill>
              </a:rPr>
              <a:t>Dont’s</a:t>
            </a:r>
            <a:endParaRPr lang="nl-NL" dirty="0">
              <a:solidFill>
                <a:srgbClr val="BB000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80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DB5BB-2F8A-55D1-EE16-148265D47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0505F4C-CACE-FDCE-D27B-B0F9E8BF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17" y="720000"/>
            <a:ext cx="10140158" cy="369025"/>
          </a:xfrm>
        </p:spPr>
        <p:txBody>
          <a:bodyPr/>
          <a:lstStyle/>
          <a:p>
            <a:r>
              <a:rPr lang="nl-NL" dirty="0"/>
              <a:t>Hoe werkt deze flow?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B79A6C3-061C-CF40-1264-21E67DB17C4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1117" y="368300"/>
            <a:ext cx="10138235" cy="16811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nl-NL"/>
              <a:t>Git voor testers</a:t>
            </a:r>
          </a:p>
          <a:p>
            <a:endParaRPr lang="nl-NL"/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97442FDE-B9D4-973A-2269-DD173D9A50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331117" y="6344941"/>
            <a:ext cx="5193163" cy="144759"/>
          </a:xfrm>
        </p:spPr>
        <p:txBody>
          <a:bodyPr/>
          <a:lstStyle/>
          <a:p>
            <a:r>
              <a:rPr lang="nl-NL" dirty="0" err="1"/>
              <a:t>Cerios</a:t>
            </a:r>
            <a:r>
              <a:rPr lang="nl-NL" dirty="0"/>
              <a:t> Academy</a:t>
            </a:r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ED356864-667F-BFC7-D8B3-FB1089335AF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223714" y="6343650"/>
            <a:ext cx="270000" cy="144759"/>
          </a:xfrm>
        </p:spPr>
        <p:txBody>
          <a:bodyPr/>
          <a:lstStyle/>
          <a:p>
            <a:fld id="{9E843DB9-9987-4157-AB9C-CEA8D7D910BB}" type="slidenum">
              <a:rPr lang="nl-NL" smtClean="0"/>
              <a:pPr/>
              <a:t>14</a:t>
            </a:fld>
            <a:endParaRPr lang="nl-NL"/>
          </a:p>
        </p:txBody>
      </p:sp>
      <p:pic>
        <p:nvPicPr>
          <p:cNvPr id="1026" name="Picture 2" descr="How Git Works: A Visual Guide with Code | by Sujan Adhikari | @FrontEnd  Developer | | Medium">
            <a:extLst>
              <a:ext uri="{FF2B5EF4-FFF2-40B4-BE49-F238E27FC236}">
                <a16:creationId xmlns:a16="http://schemas.microsoft.com/office/drawing/2014/main" id="{4BDB9A52-A381-3ABF-2F51-2C7DB94A1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25" y="812052"/>
            <a:ext cx="4499696" cy="5233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jdelijke aanduiding voor verticale tekst 5">
            <a:extLst>
              <a:ext uri="{FF2B5EF4-FFF2-40B4-BE49-F238E27FC236}">
                <a16:creationId xmlns:a16="http://schemas.microsoft.com/office/drawing/2014/main" id="{5C3ABF29-2FBB-8946-FF24-CB06F6314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1117" y="1593488"/>
            <a:ext cx="9335825" cy="4458061"/>
          </a:xfrm>
        </p:spPr>
        <p:txBody>
          <a:bodyPr vert="horz" lIns="0" tIns="0" rIns="0" bIns="0" numCol="2" rtlCol="0" anchor="t">
            <a:noAutofit/>
          </a:bodyPr>
          <a:lstStyle/>
          <a:p>
            <a:pPr>
              <a:buFont typeface="Aptos, Aptos_EmbeddedFont, Aptos_MSFontService, Verdana, Verdana_EmbeddedFont, Verdana_MSFontService, Aptos_MSFontService, Verdana, sans-serif"/>
              <a:buChar char="•"/>
            </a:pPr>
            <a:endParaRPr lang="en-GB" dirty="0">
              <a:solidFill>
                <a:srgbClr val="212B46"/>
              </a:solidFill>
              <a:latin typeface="Aptos"/>
              <a:ea typeface="Verdana"/>
              <a:cs typeface="Arial"/>
            </a:endParaRPr>
          </a:p>
          <a:p>
            <a:pPr lvl="1">
              <a:buChar char="•"/>
            </a:pPr>
            <a:r>
              <a:rPr lang="en-GB" sz="1400" b="1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Start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 – Maak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een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nieuw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Git-project (git </a:t>
            </a:r>
            <a:r>
              <a:rPr lang="en-GB" sz="1400" dirty="0" err="1">
                <a:solidFill>
                  <a:srgbClr val="212B46"/>
                </a:solidFill>
                <a:latin typeface="Consolas"/>
                <a:ea typeface="Verdana"/>
                <a:cs typeface="Arial"/>
              </a:rPr>
              <a:t>init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) of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kopieer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een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bestaand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(</a:t>
            </a:r>
            <a:r>
              <a:rPr lang="en-GB" sz="1400" dirty="0">
                <a:solidFill>
                  <a:srgbClr val="212B46"/>
                </a:solidFill>
                <a:latin typeface="Consolas"/>
                <a:ea typeface="Verdana"/>
                <a:cs typeface="Arial"/>
              </a:rPr>
              <a:t>git clone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).</a:t>
            </a:r>
            <a:endParaRPr lang="en-GB" dirty="0"/>
          </a:p>
          <a:p>
            <a:pPr lvl="1">
              <a:buChar char="•"/>
            </a:pPr>
            <a:r>
              <a:rPr lang="en-GB" sz="1400" b="1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Wijzig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 – Pas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bestanden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aan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.</a:t>
            </a:r>
            <a:endParaRPr lang="en-GB" dirty="0"/>
          </a:p>
          <a:p>
            <a:pPr lvl="1">
              <a:buChar char="•"/>
            </a:pPr>
            <a:r>
              <a:rPr lang="en-GB" sz="1400" b="1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Check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 –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Bekijk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veranderingen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(git </a:t>
            </a:r>
            <a:r>
              <a:rPr lang="en-GB" sz="1400" dirty="0">
                <a:solidFill>
                  <a:srgbClr val="212B46"/>
                </a:solidFill>
                <a:latin typeface="Consolas"/>
                <a:ea typeface="Verdana"/>
              </a:rPr>
              <a:t>status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).</a:t>
            </a:r>
            <a:endParaRPr lang="en-GB" dirty="0"/>
          </a:p>
          <a:p>
            <a:pPr lvl="1">
              <a:buFontTx/>
              <a:buChar char="•"/>
            </a:pPr>
            <a:r>
              <a:rPr lang="en-GB" sz="1400" b="1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Selecteer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 – Zet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aangepaste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bestanden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klaar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(git </a:t>
            </a:r>
            <a:r>
              <a:rPr lang="en-GB" sz="1400" dirty="0">
                <a:solidFill>
                  <a:srgbClr val="212B46"/>
                </a:solidFill>
                <a:latin typeface="Consolas"/>
                <a:ea typeface="Verdana"/>
              </a:rPr>
              <a:t>add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)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voor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momentopname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.</a:t>
            </a:r>
            <a:endParaRPr lang="en-GB" dirty="0"/>
          </a:p>
          <a:p>
            <a:pPr lvl="1">
              <a:buFontTx/>
              <a:buChar char="•"/>
            </a:pPr>
            <a:r>
              <a:rPr lang="en-GB" sz="1400" b="1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Opslaan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 – Maak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een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momentopname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met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beschrijving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(git </a:t>
            </a:r>
            <a:r>
              <a:rPr lang="en-GB" sz="1400" dirty="0">
                <a:solidFill>
                  <a:srgbClr val="212B46"/>
                </a:solidFill>
                <a:latin typeface="Consolas"/>
                <a:ea typeface="Verdana"/>
              </a:rPr>
              <a:t>commit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).</a:t>
            </a:r>
            <a:endParaRPr lang="en-GB" dirty="0"/>
          </a:p>
          <a:p>
            <a:pPr marL="0" indent="0">
              <a:buNone/>
            </a:pPr>
            <a:r>
              <a:rPr lang="en-GB" sz="1400" b="1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-------------- (</a:t>
            </a:r>
            <a:r>
              <a:rPr lang="en-GB" sz="1400" b="1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alles</a:t>
            </a:r>
            <a:r>
              <a:rPr lang="en-GB" sz="1400" b="1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tot </a:t>
            </a:r>
            <a:r>
              <a:rPr lang="en-GB" sz="1400" b="1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hier</a:t>
            </a:r>
            <a:r>
              <a:rPr lang="en-GB" sz="1400" b="1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</a:t>
            </a:r>
            <a:r>
              <a:rPr lang="en-GB" sz="1400" b="1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gebeurt</a:t>
            </a:r>
            <a:r>
              <a:rPr lang="en-GB" sz="1400" b="1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</a:t>
            </a:r>
            <a:r>
              <a:rPr lang="en-GB" sz="1400" b="1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lokaal</a:t>
            </a:r>
            <a:r>
              <a:rPr lang="en-GB" sz="1400" b="1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) -------------- </a:t>
            </a:r>
          </a:p>
          <a:p>
            <a:pPr marL="177800" lvl="1" indent="0">
              <a:buNone/>
            </a:pPr>
            <a:endParaRPr lang="en-GB" sz="1400" b="1" dirty="0">
              <a:solidFill>
                <a:srgbClr val="212B46"/>
              </a:solidFill>
              <a:latin typeface="Arial"/>
              <a:ea typeface="Verdana"/>
              <a:cs typeface="Arial"/>
            </a:endParaRPr>
          </a:p>
          <a:p>
            <a:pPr lvl="1">
              <a:buChar char="•"/>
            </a:pPr>
            <a:endParaRPr lang="en-GB" sz="1400" b="1" dirty="0">
              <a:solidFill>
                <a:srgbClr val="212B46"/>
              </a:solidFill>
              <a:latin typeface="Arial"/>
              <a:ea typeface="Verdana"/>
              <a:cs typeface="Arial"/>
            </a:endParaRPr>
          </a:p>
          <a:p>
            <a:pPr lvl="1">
              <a:buChar char="•"/>
            </a:pPr>
            <a:r>
              <a:rPr lang="en-GB" sz="1400" b="1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Delen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 –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Verstuur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of </a:t>
            </a:r>
            <a:r>
              <a:rPr lang="en-GB" sz="1400" dirty="0" err="1">
                <a:solidFill>
                  <a:srgbClr val="212B46"/>
                </a:solidFill>
                <a:latin typeface="Arial"/>
                <a:ea typeface="Verdana"/>
                <a:cs typeface="Arial"/>
              </a:rPr>
              <a:t>ontvang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 updates met de remote repository (git </a:t>
            </a:r>
            <a:r>
              <a:rPr lang="en-GB" sz="1400" dirty="0">
                <a:solidFill>
                  <a:srgbClr val="212B46"/>
                </a:solidFill>
                <a:latin typeface="Consolas"/>
                <a:ea typeface="Verdana"/>
              </a:rPr>
              <a:t>push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 / git </a:t>
            </a:r>
            <a:r>
              <a:rPr lang="en-GB" sz="1400" dirty="0">
                <a:solidFill>
                  <a:srgbClr val="212B46"/>
                </a:solidFill>
                <a:latin typeface="Consolas"/>
                <a:ea typeface="Verdana"/>
              </a:rPr>
              <a:t>pull</a:t>
            </a:r>
            <a:r>
              <a:rPr lang="en-GB" sz="1400" dirty="0">
                <a:solidFill>
                  <a:srgbClr val="212B46"/>
                </a:solidFill>
                <a:latin typeface="Arial"/>
                <a:ea typeface="Verdana"/>
                <a:cs typeface="Arial"/>
              </a:rPr>
              <a:t>).</a:t>
            </a:r>
            <a:endParaRPr lang="en-GB"/>
          </a:p>
          <a:p>
            <a:pPr>
              <a:buFont typeface="Aptos, Aptos_EmbeddedFont, Aptos_MSFontService, Verdana, Verdana_EmbeddedFont, Verdana_MSFontService, Aptos_MSFontService, Verdana, sans-serif"/>
              <a:buChar char="•"/>
            </a:pPr>
            <a:endParaRPr lang="en-GB"/>
          </a:p>
          <a:p>
            <a:endParaRPr lang="en-GB" dirty="0">
              <a:latin typeface="Aptos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4447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B19324-F9CB-1729-D379-A305A00F8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Teamwork in Git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BE95BDF-613F-98E1-FBE0-D56A39B95D9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2435BC0-9EE0-27DF-FAB3-B285DBE661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nl-NL" dirty="0"/>
              <a:t>04</a:t>
            </a:r>
          </a:p>
        </p:txBody>
      </p:sp>
      <p:pic>
        <p:nvPicPr>
          <p:cNvPr id="6" name="Afbeelding 5" descr="Afbeelding met tekenfilm, clipart, illustratie, tekening&#10;&#10;Door AI gegenereerde inhoud is mogelijk onjuist.">
            <a:extLst>
              <a:ext uri="{FF2B5EF4-FFF2-40B4-BE49-F238E27FC236}">
                <a16:creationId xmlns:a16="http://schemas.microsoft.com/office/drawing/2014/main" id="{DE3CA52C-569C-FC9D-05E4-A823218AB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56" y="3326291"/>
            <a:ext cx="471487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4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D706-B0B6-E811-1041-93D5265B2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3E19B1D-3C23-389D-970D-860FB37C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17" y="720000"/>
            <a:ext cx="10140158" cy="369025"/>
          </a:xfrm>
        </p:spPr>
        <p:txBody>
          <a:bodyPr/>
          <a:lstStyle/>
          <a:p>
            <a:r>
              <a:rPr lang="nl-NL" dirty="0"/>
              <a:t>Git </a:t>
            </a:r>
            <a:r>
              <a:rPr lang="nl-NL" dirty="0" err="1"/>
              <a:t>Branching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54593F4B-3CB9-90FA-332C-38D3B3AB7D8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1117" y="368300"/>
            <a:ext cx="10138235" cy="16811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nl-NL" dirty="0"/>
              <a:t>Git </a:t>
            </a:r>
            <a:r>
              <a:rPr lang="nl-NL" dirty="0" err="1"/>
              <a:t>for</a:t>
            </a:r>
            <a:r>
              <a:rPr lang="nl-NL" dirty="0"/>
              <a:t> testers</a:t>
            </a:r>
          </a:p>
        </p:txBody>
      </p:sp>
      <p:sp>
        <p:nvSpPr>
          <p:cNvPr id="6" name="Tijdelijke aanduiding voor verticale tekst 5">
            <a:extLst>
              <a:ext uri="{FF2B5EF4-FFF2-40B4-BE49-F238E27FC236}">
                <a16:creationId xmlns:a16="http://schemas.microsoft.com/office/drawing/2014/main" id="{09FDA0C0-1812-297D-3260-DB982F1E4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31117" y="1593488"/>
            <a:ext cx="10140158" cy="4237200"/>
          </a:xfrm>
        </p:spPr>
        <p:txBody>
          <a:bodyPr vert="horz" lIns="0" tIns="0" rIns="0" bIns="0" numCol="1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•Werk in </a:t>
            </a:r>
            <a:r>
              <a:rPr lang="en-US" dirty="0" err="1"/>
              <a:t>aparte</a:t>
            </a:r>
            <a:r>
              <a:rPr lang="en-US" dirty="0"/>
              <a:t> branches om eigen testcases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ontwikkelen</a:t>
            </a:r>
            <a:endParaRPr lang="nl-NL" dirty="0" err="1"/>
          </a:p>
          <a:p>
            <a:pPr marL="0" indent="0">
              <a:buNone/>
            </a:pPr>
            <a:r>
              <a:rPr lang="en-US" dirty="0"/>
              <a:t>•</a:t>
            </a:r>
            <a:r>
              <a:rPr lang="en-US" dirty="0" err="1"/>
              <a:t>Gebruik</a:t>
            </a:r>
            <a:r>
              <a:rPr lang="en-US" dirty="0"/>
              <a:t> 'main/master' </a:t>
            </a:r>
            <a:r>
              <a:rPr lang="en-US" dirty="0" err="1"/>
              <a:t>voor</a:t>
            </a:r>
            <a:r>
              <a:rPr lang="en-US" dirty="0"/>
              <a:t> </a:t>
            </a:r>
            <a:r>
              <a:rPr lang="en-US" dirty="0" err="1"/>
              <a:t>stabiele</a:t>
            </a:r>
            <a:r>
              <a:rPr lang="en-US" dirty="0"/>
              <a:t> (</a:t>
            </a:r>
            <a:r>
              <a:rPr lang="en-US" dirty="0" err="1"/>
              <a:t>niet</a:t>
            </a:r>
            <a:r>
              <a:rPr lang="en-US" dirty="0"/>
              <a:t> flaky) </a:t>
            </a:r>
            <a:r>
              <a:rPr lang="en-US" dirty="0" err="1"/>
              <a:t>testen</a:t>
            </a:r>
            <a:endParaRPr lang="nl-NL" dirty="0" err="1"/>
          </a:p>
          <a:p>
            <a:pPr marL="0" indent="0">
              <a:buNone/>
            </a:pPr>
            <a:r>
              <a:rPr lang="en-US" dirty="0"/>
              <a:t>Main = </a:t>
            </a:r>
            <a:r>
              <a:rPr lang="en-US" dirty="0" err="1"/>
              <a:t>Winkelvloer</a:t>
            </a:r>
            <a:r>
              <a:rPr lang="en-US" dirty="0"/>
              <a:t>. | Feature = </a:t>
            </a:r>
            <a:r>
              <a:rPr lang="en-US" dirty="0" err="1"/>
              <a:t>Magazijn</a:t>
            </a:r>
            <a:r>
              <a:rPr lang="en-US" dirty="0"/>
              <a:t>(</a:t>
            </a:r>
            <a:r>
              <a:rPr lang="en-US" dirty="0" err="1"/>
              <a:t>rommelen</a:t>
            </a:r>
            <a:r>
              <a:rPr lang="en-US" dirty="0"/>
              <a:t>). </a:t>
            </a:r>
          </a:p>
          <a:p>
            <a:pPr marL="0" indent="0">
              <a:buNone/>
            </a:pPr>
            <a:r>
              <a:rPr lang="en-US" dirty="0"/>
              <a:t>•Merge </a:t>
            </a:r>
            <a:r>
              <a:rPr lang="en-US" err="1"/>
              <a:t>veranderingen</a:t>
            </a:r>
            <a:r>
              <a:rPr lang="en-US" dirty="0"/>
              <a:t> via pull requests</a:t>
            </a:r>
            <a:endParaRPr lang="nl-NL" dirty="0"/>
          </a:p>
          <a:p>
            <a:endParaRPr lang="en-US" dirty="0"/>
          </a:p>
          <a:p>
            <a:endParaRPr lang="nl-NL" dirty="0"/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DF068848-D0FE-CC92-EFF8-B696CE872E7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331117" y="6344941"/>
            <a:ext cx="5193163" cy="144759"/>
          </a:xfrm>
        </p:spPr>
        <p:txBody>
          <a:bodyPr/>
          <a:lstStyle/>
          <a:p>
            <a:r>
              <a:rPr lang="nl-NL" dirty="0" err="1"/>
              <a:t>Cerios</a:t>
            </a:r>
            <a:r>
              <a:rPr lang="nl-NL" dirty="0"/>
              <a:t> Academy</a:t>
            </a:r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89DC7EA9-7A26-AEB1-9FFE-A5DADF5EBA4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223714" y="6343650"/>
            <a:ext cx="270000" cy="144759"/>
          </a:xfrm>
        </p:spPr>
        <p:txBody>
          <a:bodyPr/>
          <a:lstStyle/>
          <a:p>
            <a:fld id="{9E843DB9-9987-4157-AB9C-CEA8D7D910BB}" type="slidenum">
              <a:rPr lang="nl-NL" smtClean="0"/>
              <a:pPr/>
              <a:t>16</a:t>
            </a:fld>
            <a:endParaRPr lang="nl-NL"/>
          </a:p>
        </p:txBody>
      </p:sp>
      <p:pic>
        <p:nvPicPr>
          <p:cNvPr id="2" name="Afbeelding 1" descr="GIT Branch and its Operations. - An Easy Understanding - Digital Varys">
            <a:extLst>
              <a:ext uri="{FF2B5EF4-FFF2-40B4-BE49-F238E27FC236}">
                <a16:creationId xmlns:a16="http://schemas.microsoft.com/office/drawing/2014/main" id="{5B91BF6A-0A28-A679-2CD6-C125F564DE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6" t="3456" r="1484" b="1668"/>
          <a:stretch>
            <a:fillRect/>
          </a:stretch>
        </p:blipFill>
        <p:spPr>
          <a:xfrm>
            <a:off x="5074300" y="2562741"/>
            <a:ext cx="7012729" cy="37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7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5C0A53-9E4A-CF37-64D0-60FBCE92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Feature branches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3F44864-4FA2-FAA4-0261-377ABA053C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nl-NL" dirty="0"/>
              <a:t>GIT voor testers</a:t>
            </a:r>
          </a:p>
        </p:txBody>
      </p:sp>
      <p:sp>
        <p:nvSpPr>
          <p:cNvPr id="4" name="Tijdelijke aanduiding voor verticale tekst 3">
            <a:extLst>
              <a:ext uri="{FF2B5EF4-FFF2-40B4-BE49-F238E27FC236}">
                <a16:creationId xmlns:a16="http://schemas.microsoft.com/office/drawing/2014/main" id="{336E6263-FB08-C650-CB70-FDE66F423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nl-NL" b="1" dirty="0"/>
              <a:t>Wat is de </a:t>
            </a:r>
            <a:r>
              <a:rPr lang="nl-NL" b="1" err="1"/>
              <a:t>Main</a:t>
            </a:r>
            <a:r>
              <a:rPr lang="nl-NL" b="1"/>
              <a:t> of Master</a:t>
            </a:r>
            <a:r>
              <a:rPr lang="nl-NL" b="1" dirty="0"/>
              <a:t> </a:t>
            </a:r>
            <a:r>
              <a:rPr lang="nl-NL" b="1" err="1"/>
              <a:t>Branch</a:t>
            </a:r>
            <a:r>
              <a:rPr lang="nl-NL" b="1" dirty="0"/>
              <a:t>?</a:t>
            </a:r>
            <a:endParaRPr lang="nl-NL"/>
          </a:p>
          <a:p>
            <a:r>
              <a:rPr lang="nl-NL" dirty="0"/>
              <a:t>De </a:t>
            </a:r>
            <a:r>
              <a:rPr lang="nl-NL" dirty="0" err="1"/>
              <a:t>hoofdbranch</a:t>
            </a:r>
            <a:r>
              <a:rPr lang="nl-NL" dirty="0"/>
              <a:t> van een </a:t>
            </a:r>
            <a:r>
              <a:rPr lang="nl-NL" dirty="0" err="1"/>
              <a:t>repository</a:t>
            </a:r>
          </a:p>
          <a:p>
            <a:r>
              <a:rPr lang="nl-NL" dirty="0"/>
              <a:t>Bevat de stabiele code die klaar is voor productie</a:t>
            </a:r>
          </a:p>
          <a:p>
            <a:r>
              <a:rPr lang="nl-NL" dirty="0"/>
              <a:t>Directe wijzigingen in </a:t>
            </a:r>
            <a:r>
              <a:rPr lang="nl-NL" err="1"/>
              <a:t>main</a:t>
            </a:r>
            <a:r>
              <a:rPr lang="nl-NL"/>
              <a:t> worden vermeden</a:t>
            </a:r>
          </a:p>
          <a:p>
            <a:pPr marL="0" indent="0">
              <a:buNone/>
            </a:pPr>
            <a:r>
              <a:rPr lang="nl-NL" b="1"/>
              <a:t>Wat is een Feature </a:t>
            </a:r>
            <a:r>
              <a:rPr lang="nl-NL" b="1" err="1"/>
              <a:t>Branch</a:t>
            </a:r>
            <a:r>
              <a:rPr lang="nl-NL" b="1"/>
              <a:t>?</a:t>
            </a:r>
          </a:p>
          <a:p>
            <a:r>
              <a:rPr lang="nl-NL" dirty="0"/>
              <a:t>Een afsplitsing van </a:t>
            </a:r>
            <a:r>
              <a:rPr lang="nl-NL" dirty="0" err="1"/>
              <a:t>main</a:t>
            </a:r>
            <a:r>
              <a:rPr lang="nl-NL" dirty="0"/>
              <a:t> om nieuwe functionaliteiten te ontwikkelen</a:t>
            </a:r>
          </a:p>
          <a:p>
            <a:r>
              <a:rPr lang="nl-NL" dirty="0"/>
              <a:t>Maakt het mogelijk om veilig wijzigingen te testen voordat ze worden samengevoegd.</a:t>
            </a:r>
          </a:p>
          <a:p>
            <a:r>
              <a:rPr lang="nl-NL" dirty="0"/>
              <a:t>Voorkomt dat experimentele code de stabiele versie beïnvloedt</a:t>
            </a:r>
          </a:p>
          <a:p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875624E-2A95-0CA3-6D4B-2928F7B6078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nl-NL"/>
              <a:t>Cerios template-set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ED7A57D-DBBE-C209-1649-76B32BCB45B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17</a:t>
            </a:fld>
            <a:endParaRPr lang="nl-NL"/>
          </a:p>
        </p:txBody>
      </p:sp>
      <p:pic>
        <p:nvPicPr>
          <p:cNvPr id="7" name="Afbeelding 6" descr="GitHub Octodex">
            <a:extLst>
              <a:ext uri="{FF2B5EF4-FFF2-40B4-BE49-F238E27FC236}">
                <a16:creationId xmlns:a16="http://schemas.microsoft.com/office/drawing/2014/main" id="{48C2B5D2-8F4C-2CA5-B4B1-E20199FB1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941" y="-689"/>
            <a:ext cx="383857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1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BE3FE-5A87-7FB0-366F-100C1C024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6E8C1078-DC7E-0A94-7C27-8E9A46AF4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17" y="720000"/>
            <a:ext cx="10140158" cy="369025"/>
          </a:xfrm>
        </p:spPr>
        <p:txBody>
          <a:bodyPr/>
          <a:lstStyle/>
          <a:p>
            <a:r>
              <a:rPr lang="nl-NL" dirty="0" err="1"/>
              <a:t>Merge</a:t>
            </a:r>
            <a:r>
              <a:rPr lang="nl-NL" dirty="0"/>
              <a:t>/Pull </a:t>
            </a:r>
            <a:r>
              <a:rPr lang="nl-NL" dirty="0" err="1"/>
              <a:t>Request</a:t>
            </a:r>
            <a:r>
              <a:rPr lang="nl-NL" dirty="0"/>
              <a:t> aanmaken​</a:t>
            </a:r>
          </a:p>
          <a:p>
            <a:endParaRPr lang="nl-NL"/>
          </a:p>
          <a:p>
            <a:endParaRPr lang="nl-NL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78D435D5-802E-B9A7-18E0-B5E22C27CA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1117" y="368300"/>
            <a:ext cx="10138235" cy="168113"/>
          </a:xfrm>
        </p:spPr>
        <p:txBody>
          <a:bodyPr/>
          <a:lstStyle/>
          <a:p>
            <a:r>
              <a:rPr lang="nl-NL" dirty="0"/>
              <a:t>GIT </a:t>
            </a:r>
            <a:r>
              <a:rPr lang="nl-NL" dirty="0" err="1"/>
              <a:t>fundamentals</a:t>
            </a:r>
            <a:endParaRPr lang="nl-NL" dirty="0"/>
          </a:p>
        </p:txBody>
      </p:sp>
      <p:sp>
        <p:nvSpPr>
          <p:cNvPr id="6" name="Tijdelijke aanduiding voor verticale tekst 5">
            <a:extLst>
              <a:ext uri="{FF2B5EF4-FFF2-40B4-BE49-F238E27FC236}">
                <a16:creationId xmlns:a16="http://schemas.microsoft.com/office/drawing/2014/main" id="{85EB2646-A508-DCEB-B002-69B612EE8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31117" y="1593488"/>
            <a:ext cx="10140158" cy="4237200"/>
          </a:xfrm>
        </p:spPr>
        <p:txBody>
          <a:bodyPr vert="horz" lIns="0" tIns="0" rIns="0" bIns="0" numCol="1" rtlCol="0" anchor="t">
            <a:noAutofit/>
          </a:bodyPr>
          <a:lstStyle/>
          <a:p>
            <a:pPr>
              <a:buChar char="•"/>
            </a:pPr>
            <a:r>
              <a:rPr lang="en-US" dirty="0" err="1"/>
              <a:t>Samenvoegen</a:t>
            </a:r>
            <a:r>
              <a:rPr lang="en-US" dirty="0"/>
              <a:t> van main met </a:t>
            </a:r>
            <a:r>
              <a:rPr lang="en-US" dirty="0" err="1"/>
              <a:t>jouw</a:t>
            </a:r>
            <a:r>
              <a:rPr lang="en-US" dirty="0"/>
              <a:t> feature branch</a:t>
            </a:r>
          </a:p>
          <a:p>
            <a:pPr>
              <a:buChar char="•"/>
            </a:pPr>
            <a:r>
              <a:rPr lang="en-US" dirty="0"/>
              <a:t>Laat </a:t>
            </a:r>
            <a:r>
              <a:rPr lang="en-US" dirty="0" err="1"/>
              <a:t>teamleden</a:t>
            </a:r>
            <a:r>
              <a:rPr lang="en-US" dirty="0"/>
              <a:t> code </a:t>
            </a:r>
            <a:r>
              <a:rPr lang="en-US" dirty="0" err="1"/>
              <a:t>reviewen</a:t>
            </a:r>
            <a:endParaRPr lang="nl-NL" dirty="0"/>
          </a:p>
          <a:p>
            <a:pPr>
              <a:buChar char="•"/>
            </a:pPr>
            <a:r>
              <a:rPr lang="en-US" dirty="0" err="1"/>
              <a:t>Voorkomt</a:t>
            </a:r>
            <a:r>
              <a:rPr lang="en-US" dirty="0"/>
              <a:t> </a:t>
            </a:r>
            <a:r>
              <a:rPr lang="en-US" dirty="0" err="1"/>
              <a:t>fouten</a:t>
            </a:r>
            <a:r>
              <a:rPr lang="en-US" dirty="0"/>
              <a:t> in </a:t>
            </a:r>
            <a:r>
              <a:rPr lang="en-US" dirty="0" err="1"/>
              <a:t>stabiele</a:t>
            </a:r>
            <a:r>
              <a:rPr lang="en-US" dirty="0"/>
              <a:t> code</a:t>
            </a:r>
          </a:p>
          <a:p>
            <a:pPr>
              <a:buChar char="•"/>
            </a:pPr>
            <a:r>
              <a:rPr lang="en-US" dirty="0" err="1"/>
              <a:t>Geeft</a:t>
            </a:r>
            <a:r>
              <a:rPr lang="en-US" dirty="0"/>
              <a:t> context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documentatie</a:t>
            </a:r>
            <a:endParaRPr lang="nl-NL" dirty="0" err="1"/>
          </a:p>
          <a:p>
            <a:pPr>
              <a:buChar char="•"/>
            </a:pPr>
            <a:r>
              <a:rPr lang="en-US" dirty="0" err="1">
                <a:ea typeface="+mn-lt"/>
                <a:cs typeface="+mn-lt"/>
              </a:rPr>
              <a:t>Automatische</a:t>
            </a:r>
            <a:r>
              <a:rPr lang="en-US" dirty="0">
                <a:ea typeface="+mn-lt"/>
                <a:cs typeface="+mn-lt"/>
              </a:rPr>
              <a:t> tests via pipelines </a:t>
            </a:r>
            <a:r>
              <a:rPr lang="en-US" dirty="0" err="1">
                <a:ea typeface="+mn-lt"/>
                <a:cs typeface="+mn-lt"/>
              </a:rPr>
              <a:t>vóór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samenvoegen</a:t>
            </a:r>
            <a:endParaRPr lang="en-US">
              <a:ea typeface="+mn-lt"/>
              <a:cs typeface="+mn-lt"/>
            </a:endParaRPr>
          </a:p>
          <a:p>
            <a:pPr>
              <a:buChar char="•"/>
            </a:pPr>
            <a:endParaRPr lang="en-US" dirty="0"/>
          </a:p>
          <a:p>
            <a:pPr>
              <a:buChar char="•"/>
            </a:pPr>
            <a:endParaRPr lang="nl-NL" dirty="0"/>
          </a:p>
          <a:p>
            <a:pPr>
              <a:buChar char="•"/>
            </a:pPr>
            <a:endParaRPr lang="nl-NL" dirty="0"/>
          </a:p>
          <a:p>
            <a:pPr>
              <a:buChar char="•"/>
            </a:pPr>
            <a:endParaRPr lang="nl-NL" dirty="0"/>
          </a:p>
          <a:p>
            <a:pPr>
              <a:buChar char="•"/>
            </a:pPr>
            <a:endParaRPr lang="nl-NL" dirty="0"/>
          </a:p>
          <a:p>
            <a:pPr>
              <a:buChar char="•"/>
            </a:pPr>
            <a:endParaRPr lang="nl-NL" dirty="0"/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5632D8F1-5293-966E-2DDA-A18F0DCEED6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331117" y="6344941"/>
            <a:ext cx="5193163" cy="144759"/>
          </a:xfrm>
        </p:spPr>
        <p:txBody>
          <a:bodyPr/>
          <a:lstStyle/>
          <a:p>
            <a:r>
              <a:rPr lang="nl-NL" dirty="0" err="1"/>
              <a:t>Cerios</a:t>
            </a:r>
            <a:r>
              <a:rPr lang="nl-NL" dirty="0"/>
              <a:t> Academy</a:t>
            </a:r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45462DCB-F39F-3C2F-A0AE-70D30DEFA4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223714" y="6343650"/>
            <a:ext cx="270000" cy="144759"/>
          </a:xfrm>
        </p:spPr>
        <p:txBody>
          <a:bodyPr/>
          <a:lstStyle/>
          <a:p>
            <a:fld id="{9E843DB9-9987-4157-AB9C-CEA8D7D910BB}" type="slidenum">
              <a:rPr lang="nl-NL" smtClean="0"/>
              <a:pPr/>
              <a:t>18</a:t>
            </a:fld>
            <a:endParaRPr lang="nl-NL"/>
          </a:p>
        </p:txBody>
      </p:sp>
      <p:pic>
        <p:nvPicPr>
          <p:cNvPr id="2" name="Afbeelding 1" descr="GitHub Octodex">
            <a:extLst>
              <a:ext uri="{FF2B5EF4-FFF2-40B4-BE49-F238E27FC236}">
                <a16:creationId xmlns:a16="http://schemas.microsoft.com/office/drawing/2014/main" id="{1354737F-9B4C-CEA4-8A6A-7C1006D0A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006" y="1820308"/>
            <a:ext cx="4254807" cy="422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440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98D89-4037-33B5-ACB4-4C031E714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39D214AC-159F-F9B7-5978-1FB92E45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17" y="720000"/>
            <a:ext cx="10140158" cy="369025"/>
          </a:xfrm>
        </p:spPr>
        <p:txBody>
          <a:bodyPr/>
          <a:lstStyle/>
          <a:p>
            <a:r>
              <a:rPr lang="nl-NL" dirty="0" err="1"/>
              <a:t>Merge</a:t>
            </a:r>
            <a:r>
              <a:rPr lang="nl-NL" dirty="0"/>
              <a:t> </a:t>
            </a:r>
            <a:r>
              <a:rPr lang="nl-NL" dirty="0" err="1"/>
              <a:t>Conflicts</a:t>
            </a:r>
            <a:endParaRPr lang="nl-NL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31C98DBF-27AD-2E1D-8E9E-BFEE7FA5B8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1117" y="368300"/>
            <a:ext cx="10138235" cy="168113"/>
          </a:xfrm>
        </p:spPr>
        <p:txBody>
          <a:bodyPr/>
          <a:lstStyle/>
          <a:p>
            <a:r>
              <a:rPr lang="nl-NL" dirty="0"/>
              <a:t>GIT </a:t>
            </a:r>
            <a:r>
              <a:rPr lang="nl-NL" dirty="0" err="1"/>
              <a:t>fundamentals</a:t>
            </a:r>
            <a:endParaRPr lang="nl-NL" dirty="0"/>
          </a:p>
        </p:txBody>
      </p:sp>
      <p:sp>
        <p:nvSpPr>
          <p:cNvPr id="6" name="Tijdelijke aanduiding voor verticale tekst 5">
            <a:extLst>
              <a:ext uri="{FF2B5EF4-FFF2-40B4-BE49-F238E27FC236}">
                <a16:creationId xmlns:a16="http://schemas.microsoft.com/office/drawing/2014/main" id="{99BD89A8-67E9-31E4-0766-567C5FFD7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31117" y="1593488"/>
            <a:ext cx="10140158" cy="4237200"/>
          </a:xfrm>
        </p:spPr>
        <p:txBody>
          <a:bodyPr vert="horz" lIns="0" tIns="0" rIns="0" bIns="0" numCol="1" rtlCol="0" anchor="t">
            <a:noAutofit/>
          </a:bodyPr>
          <a:lstStyle/>
          <a:p>
            <a:pPr marL="0" indent="0" fontAlgn="base">
              <a:buNone/>
            </a:pPr>
            <a:endParaRPr lang="en-US" dirty="0"/>
          </a:p>
          <a:p>
            <a:r>
              <a:rPr lang="en-US" dirty="0">
                <a:ea typeface="+mn-lt"/>
                <a:cs typeface="+mn-lt"/>
              </a:rPr>
              <a:t>Twee </a:t>
            </a:r>
            <a:r>
              <a:rPr lang="en-US" dirty="0" err="1">
                <a:ea typeface="+mn-lt"/>
                <a:cs typeface="+mn-lt"/>
              </a:rPr>
              <a:t>wijzigingen</a:t>
            </a:r>
            <a:r>
              <a:rPr lang="en-US" dirty="0">
                <a:ea typeface="+mn-lt"/>
                <a:cs typeface="+mn-lt"/>
              </a:rPr>
              <a:t> op de </a:t>
            </a:r>
            <a:r>
              <a:rPr lang="en-US" dirty="0" err="1">
                <a:ea typeface="+mn-lt"/>
                <a:cs typeface="+mn-lt"/>
              </a:rPr>
              <a:t>zelfde</a:t>
            </a:r>
            <a:r>
              <a:rPr lang="en-US" dirty="0">
                <a:ea typeface="+mn-lt"/>
                <a:cs typeface="+mn-lt"/>
              </a:rPr>
              <a:t> regels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Oplossen</a:t>
            </a:r>
            <a:r>
              <a:rPr lang="en-US" dirty="0">
                <a:ea typeface="+mn-lt"/>
                <a:cs typeface="+mn-lt"/>
              </a:rPr>
              <a:t> door </a:t>
            </a:r>
            <a:r>
              <a:rPr lang="en-US" dirty="0" err="1">
                <a:ea typeface="+mn-lt"/>
                <a:cs typeface="+mn-lt"/>
              </a:rPr>
              <a:t>laatste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versie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ophalen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Conflicten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handmatig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oplossen</a:t>
            </a:r>
            <a:endParaRPr lang="en-US" dirty="0">
              <a:ea typeface="+mn-lt"/>
              <a:cs typeface="+mn-lt"/>
            </a:endParaRPr>
          </a:p>
          <a:p>
            <a:r>
              <a:rPr lang="en-US" err="1">
                <a:ea typeface="+mn-lt"/>
                <a:cs typeface="+mn-lt"/>
              </a:rPr>
              <a:t>Conflictmarkeringen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verwijderen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err="1">
                <a:ea typeface="+mn-lt"/>
                <a:cs typeface="+mn-lt"/>
              </a:rPr>
              <a:t>gebeurt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vaak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visueel)</a:t>
            </a:r>
            <a:endParaRPr lang="nl-NL" dirty="0" err="1"/>
          </a:p>
          <a:p>
            <a:r>
              <a:rPr lang="en-US" dirty="0">
                <a:ea typeface="+mn-lt"/>
                <a:cs typeface="+mn-lt"/>
              </a:rPr>
              <a:t>Commit, push, merge</a:t>
            </a:r>
            <a:endParaRPr lang="nl-NL" dirty="0"/>
          </a:p>
          <a:p>
            <a:endParaRPr lang="en-US" dirty="0"/>
          </a:p>
          <a:p>
            <a:endParaRPr lang="en-US" dirty="0"/>
          </a:p>
          <a:p>
            <a:endParaRPr lang="en-GB"/>
          </a:p>
          <a:p>
            <a:endParaRPr lang="nl-NL" dirty="0"/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C8970B97-E3D0-4843-4DFD-7503E05CB90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331117" y="6344941"/>
            <a:ext cx="5193163" cy="144759"/>
          </a:xfrm>
        </p:spPr>
        <p:txBody>
          <a:bodyPr/>
          <a:lstStyle/>
          <a:p>
            <a:r>
              <a:rPr lang="nl-NL" dirty="0" err="1"/>
              <a:t>Cerios</a:t>
            </a:r>
            <a:r>
              <a:rPr lang="nl-NL" dirty="0"/>
              <a:t> Academy</a:t>
            </a:r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BEBE7E3B-6464-F103-9557-8C56CEF9740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223714" y="6343650"/>
            <a:ext cx="270000" cy="144759"/>
          </a:xfrm>
        </p:spPr>
        <p:txBody>
          <a:bodyPr/>
          <a:lstStyle/>
          <a:p>
            <a:fld id="{9E843DB9-9987-4157-AB9C-CEA8D7D910BB}" type="slidenum">
              <a:rPr lang="nl-NL" smtClean="0"/>
              <a:pPr/>
              <a:t>19</a:t>
            </a:fld>
            <a:endParaRPr lang="nl-NL"/>
          </a:p>
        </p:txBody>
      </p:sp>
      <p:pic>
        <p:nvPicPr>
          <p:cNvPr id="3" name="Afbeelding 2" descr="Merge Conflicts: What They Are and How to Deal with Them​ | CSS-Tricks">
            <a:extLst>
              <a:ext uri="{FF2B5EF4-FFF2-40B4-BE49-F238E27FC236}">
                <a16:creationId xmlns:a16="http://schemas.microsoft.com/office/drawing/2014/main" id="{3CE7E51F-4EDF-5E1B-13D1-DD1B01B67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063" y="3591624"/>
            <a:ext cx="5051747" cy="282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73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7F076-F691-754F-5251-370DDEFF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Dojocat - GitHub Octodex">
            <a:extLst>
              <a:ext uri="{FF2B5EF4-FFF2-40B4-BE49-F238E27FC236}">
                <a16:creationId xmlns:a16="http://schemas.microsoft.com/office/drawing/2014/main" id="{C268410B-FCFB-5D6E-8128-C4C1F215A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563" y="2173651"/>
            <a:ext cx="4448175" cy="4438650"/>
          </a:xfrm>
          <a:prstGeom prst="rect">
            <a:avLst/>
          </a:prstGeo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46D24C80-2E8C-6568-F558-EC26D2198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17" y="720000"/>
            <a:ext cx="10140158" cy="369025"/>
          </a:xfrm>
        </p:spPr>
        <p:txBody>
          <a:bodyPr/>
          <a:lstStyle/>
          <a:p>
            <a:r>
              <a:rPr lang="nl-NL" dirty="0"/>
              <a:t>Als alles misgaat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EFB9B452-A6D9-6E66-849D-E08150C530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1117" y="368300"/>
            <a:ext cx="10138235" cy="168113"/>
          </a:xfrm>
        </p:spPr>
        <p:txBody>
          <a:bodyPr/>
          <a:lstStyle/>
          <a:p>
            <a:r>
              <a:rPr lang="nl-NL" dirty="0"/>
              <a:t>GIT </a:t>
            </a:r>
            <a:r>
              <a:rPr lang="nl-NL" dirty="0" err="1"/>
              <a:t>fundamentals</a:t>
            </a:r>
            <a:endParaRPr lang="nl-NL" dirty="0"/>
          </a:p>
        </p:txBody>
      </p:sp>
      <p:sp>
        <p:nvSpPr>
          <p:cNvPr id="6" name="Tijdelijke aanduiding voor verticale tekst 5">
            <a:extLst>
              <a:ext uri="{FF2B5EF4-FFF2-40B4-BE49-F238E27FC236}">
                <a16:creationId xmlns:a16="http://schemas.microsoft.com/office/drawing/2014/main" id="{FD9CB8F7-6689-B737-2104-6EFB3133C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28738" y="1767321"/>
            <a:ext cx="10140950" cy="4237038"/>
          </a:xfrm>
        </p:spPr>
        <p:txBody>
          <a:bodyPr numCol="1"/>
          <a:lstStyle/>
          <a:p>
            <a:pPr fontAlgn="base"/>
            <a:r>
              <a:rPr lang="nl-NL" dirty="0"/>
              <a:t>git </a:t>
            </a:r>
            <a:r>
              <a:rPr lang="nl-NL" dirty="0" err="1"/>
              <a:t>merge</a:t>
            </a:r>
            <a:r>
              <a:rPr lang="nl-NL" dirty="0"/>
              <a:t> --</a:t>
            </a:r>
            <a:r>
              <a:rPr lang="nl-NL" dirty="0" err="1"/>
              <a:t>abort</a:t>
            </a:r>
            <a:r>
              <a:rPr lang="nl-NL" dirty="0"/>
              <a:t>​</a:t>
            </a:r>
          </a:p>
          <a:p>
            <a:pPr lvl="1" fontAlgn="base"/>
            <a:r>
              <a:rPr lang="nl-NL" dirty="0"/>
              <a:t>De optie </a:t>
            </a:r>
            <a:r>
              <a:rPr lang="nl-NL" dirty="0" err="1"/>
              <a:t>abort</a:t>
            </a:r>
            <a:r>
              <a:rPr lang="nl-NL" dirty="0"/>
              <a:t> stopt een aantal git commando’s van verdere uitvoering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endParaRPr lang="nl-NL" dirty="0"/>
          </a:p>
          <a:p>
            <a:pPr fontAlgn="base"/>
            <a:r>
              <a:rPr lang="nl-NL" dirty="0"/>
              <a:t>git reset --hard</a:t>
            </a:r>
            <a:endParaRPr lang="en-GB" dirty="0"/>
          </a:p>
          <a:p>
            <a:endParaRPr lang="nl-NL" dirty="0"/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1AD7299C-73A4-8B9D-C256-BAFFED438B9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331117" y="6344941"/>
            <a:ext cx="5193163" cy="144759"/>
          </a:xfrm>
        </p:spPr>
        <p:txBody>
          <a:bodyPr/>
          <a:lstStyle/>
          <a:p>
            <a:r>
              <a:rPr lang="nl-NL" dirty="0" err="1"/>
              <a:t>Cerios</a:t>
            </a:r>
            <a:r>
              <a:rPr lang="nl-NL" dirty="0"/>
              <a:t> Academy</a:t>
            </a:r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F7765EF3-861F-4BCB-D7BC-12FA38DB5A4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223714" y="6343650"/>
            <a:ext cx="270000" cy="144759"/>
          </a:xfrm>
        </p:spPr>
        <p:txBody>
          <a:bodyPr/>
          <a:lstStyle/>
          <a:p>
            <a:fld id="{9E843DB9-9987-4157-AB9C-CEA8D7D910BB}" type="slidenum">
              <a:rPr lang="nl-NL" smtClean="0"/>
              <a:pPr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1454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A9475-12DE-E2A8-8DAE-4EB35C1F0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AE0B56B2-8758-B745-315A-CA8F708C3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17" y="720000"/>
            <a:ext cx="10140158" cy="369025"/>
          </a:xfrm>
        </p:spPr>
        <p:txBody>
          <a:bodyPr/>
          <a:lstStyle/>
          <a:p>
            <a:r>
              <a:rPr lang="nl-NL" dirty="0"/>
              <a:t>Wat niet te doen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68186F4-0CFD-F7BF-75C8-EDC7C56A0F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1117" y="368300"/>
            <a:ext cx="10138235" cy="168113"/>
          </a:xfrm>
        </p:spPr>
        <p:txBody>
          <a:bodyPr/>
          <a:lstStyle/>
          <a:p>
            <a:r>
              <a:rPr lang="nl-NL" dirty="0"/>
              <a:t>GIT </a:t>
            </a:r>
            <a:r>
              <a:rPr lang="nl-NL" dirty="0" err="1"/>
              <a:t>fundamentals</a:t>
            </a:r>
            <a:endParaRPr lang="nl-NL" dirty="0"/>
          </a:p>
        </p:txBody>
      </p:sp>
      <p:sp>
        <p:nvSpPr>
          <p:cNvPr id="6" name="Tijdelijke aanduiding voor verticale tekst 5">
            <a:extLst>
              <a:ext uri="{FF2B5EF4-FFF2-40B4-BE49-F238E27FC236}">
                <a16:creationId xmlns:a16="http://schemas.microsoft.com/office/drawing/2014/main" id="{D8D985CE-C444-2629-2EF4-7BA7D06D2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28738" y="1767321"/>
            <a:ext cx="10140950" cy="4237038"/>
          </a:xfrm>
        </p:spPr>
        <p:txBody>
          <a:bodyPr vert="horz" lIns="0" tIns="0" rIns="0" bIns="0" numCol="1" rtlCol="0" anchor="t">
            <a:noAutofit/>
          </a:bodyPr>
          <a:lstStyle/>
          <a:p>
            <a:pPr fontAlgn="base"/>
            <a:r>
              <a:rPr lang="nl-NL" dirty="0"/>
              <a:t>Direct naar de </a:t>
            </a:r>
            <a:r>
              <a:rPr lang="nl-NL" err="1"/>
              <a:t>main</a:t>
            </a:r>
            <a:r>
              <a:rPr lang="nl-NL" dirty="0"/>
              <a:t> </a:t>
            </a:r>
            <a:r>
              <a:rPr lang="nl-NL" err="1"/>
              <a:t>branch</a:t>
            </a:r>
            <a:r>
              <a:rPr lang="nl-NL"/>
              <a:t> pushen</a:t>
            </a:r>
            <a:r>
              <a:rPr lang="en-US"/>
              <a:t>​.</a:t>
            </a:r>
            <a:endParaRPr lang="en-US" dirty="0"/>
          </a:p>
          <a:p>
            <a:pPr fontAlgn="base"/>
            <a:r>
              <a:rPr lang="nl-NL" dirty="0"/>
              <a:t>Aan meerdere issues werken op dezelfde </a:t>
            </a:r>
            <a:r>
              <a:rPr lang="nl-NL" err="1"/>
              <a:t>branch</a:t>
            </a:r>
            <a:r>
              <a:rPr lang="nl-NL" dirty="0"/>
              <a:t>​</a:t>
            </a:r>
          </a:p>
          <a:p>
            <a:pPr fontAlgn="base"/>
            <a:r>
              <a:rPr lang="nl-NL" dirty="0"/>
              <a:t>Een Pull </a:t>
            </a:r>
            <a:r>
              <a:rPr lang="nl-NL" err="1"/>
              <a:t>Request</a:t>
            </a:r>
            <a:r>
              <a:rPr lang="nl-NL" dirty="0"/>
              <a:t> maken wat meerdere issues bevat</a:t>
            </a:r>
            <a:r>
              <a:rPr lang="en-US" dirty="0"/>
              <a:t>​</a:t>
            </a:r>
          </a:p>
          <a:p>
            <a:pPr>
              <a:buChar char="•"/>
            </a:pPr>
            <a:r>
              <a:rPr lang="en-US" dirty="0" err="1">
                <a:ea typeface="+mn-lt"/>
                <a:cs typeface="+mn-lt"/>
              </a:rPr>
              <a:t>Gevoelige</a:t>
            </a:r>
            <a:r>
              <a:rPr lang="en-US" dirty="0">
                <a:ea typeface="+mn-lt"/>
                <a:cs typeface="+mn-lt"/>
              </a:rPr>
              <a:t> data </a:t>
            </a:r>
            <a:r>
              <a:rPr lang="en-US" dirty="0" err="1">
                <a:ea typeface="+mn-lt"/>
                <a:cs typeface="+mn-lt"/>
              </a:rPr>
              <a:t>committen</a:t>
            </a:r>
            <a:endParaRPr lang="en-US" dirty="0" err="1"/>
          </a:p>
          <a:p>
            <a:pPr>
              <a:buChar char="•"/>
            </a:pPr>
            <a:r>
              <a:rPr lang="en-US" dirty="0">
                <a:ea typeface="+mn-lt"/>
                <a:cs typeface="+mn-lt"/>
              </a:rPr>
              <a:t>Grote </a:t>
            </a:r>
            <a:r>
              <a:rPr lang="en-US" dirty="0" err="1">
                <a:ea typeface="+mn-lt"/>
                <a:cs typeface="+mn-lt"/>
              </a:rPr>
              <a:t>bestanden</a:t>
            </a:r>
            <a:r>
              <a:rPr lang="en-US" dirty="0">
                <a:ea typeface="+mn-lt"/>
                <a:cs typeface="+mn-lt"/>
              </a:rPr>
              <a:t> in repo </a:t>
            </a:r>
            <a:r>
              <a:rPr lang="en-US" dirty="0" err="1">
                <a:ea typeface="+mn-lt"/>
                <a:cs typeface="+mn-lt"/>
              </a:rPr>
              <a:t>zetten</a:t>
            </a:r>
            <a:endParaRPr lang="en-US" dirty="0" err="1"/>
          </a:p>
          <a:p>
            <a:pPr>
              <a:buChar char="•"/>
            </a:pPr>
            <a:r>
              <a:rPr lang="en-US" dirty="0">
                <a:ea typeface="+mn-lt"/>
                <a:cs typeface="+mn-lt"/>
              </a:rPr>
              <a:t>Branches lang open laten </a:t>
            </a:r>
            <a:r>
              <a:rPr lang="en-US" dirty="0" err="1">
                <a:ea typeface="+mn-lt"/>
                <a:cs typeface="+mn-lt"/>
              </a:rPr>
              <a:t>staan</a:t>
            </a:r>
            <a:endParaRPr lang="en-US" dirty="0" err="1"/>
          </a:p>
          <a:p>
            <a:pPr marL="0" indent="0" fontAlgn="base">
              <a:buNone/>
            </a:pPr>
            <a:endParaRPr lang="nl-NL" dirty="0"/>
          </a:p>
          <a:p>
            <a:pPr marL="0" indent="0" fontAlgn="base">
              <a:buNone/>
            </a:pPr>
            <a:endParaRPr lang="nl-NL" dirty="0"/>
          </a:p>
          <a:p>
            <a:endParaRPr lang="nl-NL" dirty="0"/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37DB361C-E22C-BFE6-3D0E-D6983626D21F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331117" y="6344941"/>
            <a:ext cx="5193163" cy="144759"/>
          </a:xfrm>
        </p:spPr>
        <p:txBody>
          <a:bodyPr/>
          <a:lstStyle/>
          <a:p>
            <a:r>
              <a:rPr lang="nl-NL" dirty="0" err="1"/>
              <a:t>Cerios</a:t>
            </a:r>
            <a:r>
              <a:rPr lang="nl-NL" dirty="0"/>
              <a:t> Academy</a:t>
            </a:r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00B1F021-59BA-AF46-0680-EAC7226DEA6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223714" y="6343650"/>
            <a:ext cx="270000" cy="144759"/>
          </a:xfrm>
        </p:spPr>
        <p:txBody>
          <a:bodyPr/>
          <a:lstStyle/>
          <a:p>
            <a:fld id="{9E843DB9-9987-4157-AB9C-CEA8D7D910BB}" type="slidenum">
              <a:rPr lang="nl-NL" smtClean="0"/>
              <a:pPr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501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137A41-DD45-B531-072A-0BFACAB68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 IGNORE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888DA73-EFC3-2CCE-8E85-6F2C963D3EA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verticale tekst 3">
            <a:extLst>
              <a:ext uri="{FF2B5EF4-FFF2-40B4-BE49-F238E27FC236}">
                <a16:creationId xmlns:a16="http://schemas.microsoft.com/office/drawing/2014/main" id="{C665F9BA-6BFD-9743-83E0-EC182F1F6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31117" y="1307738"/>
            <a:ext cx="10140158" cy="423720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1400" b="1" dirty="0">
                <a:ea typeface="+mn-lt"/>
                <a:cs typeface="+mn-lt"/>
              </a:rPr>
              <a:t>Wat is het?</a:t>
            </a:r>
            <a:r>
              <a:rPr lang="en-US" sz="1400" dirty="0">
                <a:ea typeface="+mn-lt"/>
                <a:cs typeface="+mn-lt"/>
              </a:rPr>
              <a:t> Een </a:t>
            </a:r>
            <a:r>
              <a:rPr lang="en-US" sz="1400" dirty="0" err="1">
                <a:ea typeface="+mn-lt"/>
                <a:cs typeface="+mn-lt"/>
              </a:rPr>
              <a:t>tekstbestand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waarin</a:t>
            </a:r>
            <a:r>
              <a:rPr lang="en-US" sz="1400" dirty="0">
                <a:ea typeface="+mn-lt"/>
                <a:cs typeface="+mn-lt"/>
              </a:rPr>
              <a:t> je </a:t>
            </a:r>
            <a:r>
              <a:rPr lang="en-US" sz="1400" dirty="0" err="1">
                <a:ea typeface="+mn-lt"/>
                <a:cs typeface="+mn-lt"/>
              </a:rPr>
              <a:t>aangeeft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welke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bestanden</a:t>
            </a:r>
            <a:r>
              <a:rPr lang="en-US" sz="1400" dirty="0">
                <a:ea typeface="+mn-lt"/>
                <a:cs typeface="+mn-lt"/>
              </a:rPr>
              <a:t> of </a:t>
            </a:r>
            <a:r>
              <a:rPr lang="en-US" sz="1400" dirty="0" err="1">
                <a:ea typeface="+mn-lt"/>
                <a:cs typeface="+mn-lt"/>
              </a:rPr>
              <a:t>mappen</a:t>
            </a:r>
            <a:r>
              <a:rPr lang="en-US" sz="1400" dirty="0">
                <a:ea typeface="+mn-lt"/>
                <a:cs typeface="+mn-lt"/>
              </a:rPr>
              <a:t> Git </a:t>
            </a:r>
            <a:r>
              <a:rPr lang="en-US" sz="1400" dirty="0" err="1">
                <a:ea typeface="+mn-lt"/>
                <a:cs typeface="+mn-lt"/>
              </a:rPr>
              <a:t>moet</a:t>
            </a:r>
            <a:r>
              <a:rPr lang="en-US" sz="1400" dirty="0">
                <a:ea typeface="+mn-lt"/>
                <a:cs typeface="+mn-lt"/>
              </a:rPr>
              <a:t> </a:t>
            </a:r>
            <a:r>
              <a:rPr lang="en-US" sz="1400" b="1" dirty="0" err="1">
                <a:ea typeface="+mn-lt"/>
                <a:cs typeface="+mn-lt"/>
              </a:rPr>
              <a:t>negeren</a:t>
            </a:r>
            <a:r>
              <a:rPr lang="en-US" sz="1400" dirty="0">
                <a:ea typeface="+mn-lt"/>
                <a:cs typeface="+mn-lt"/>
              </a:rPr>
              <a:t>.</a:t>
            </a:r>
          </a:p>
          <a:p>
            <a:r>
              <a:rPr lang="en-US" sz="1400" b="1" dirty="0" err="1">
                <a:ea typeface="+mn-lt"/>
                <a:cs typeface="+mn-lt"/>
              </a:rPr>
              <a:t>Waarom</a:t>
            </a: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1400" b="1" dirty="0" err="1">
                <a:ea typeface="+mn-lt"/>
                <a:cs typeface="+mn-lt"/>
              </a:rPr>
              <a:t>gebruiken</a:t>
            </a:r>
            <a:r>
              <a:rPr lang="en-US" sz="1400" b="1" dirty="0">
                <a:ea typeface="+mn-lt"/>
                <a:cs typeface="+mn-lt"/>
              </a:rPr>
              <a:t>?</a:t>
            </a:r>
            <a:endParaRPr lang="en-US" sz="1400" dirty="0">
              <a:ea typeface="+mn-lt"/>
              <a:cs typeface="+mn-lt"/>
            </a:endParaRPr>
          </a:p>
          <a:p>
            <a:pPr lvl="1"/>
            <a:r>
              <a:rPr lang="en-US" sz="1400" b="1" dirty="0">
                <a:ea typeface="+mn-lt"/>
                <a:cs typeface="+mn-lt"/>
              </a:rPr>
              <a:t>Geen "</a:t>
            </a:r>
            <a:r>
              <a:rPr lang="en-US" sz="1400" b="1" dirty="0" err="1">
                <a:ea typeface="+mn-lt"/>
                <a:cs typeface="+mn-lt"/>
              </a:rPr>
              <a:t>rommel</a:t>
            </a:r>
            <a:r>
              <a:rPr lang="en-US" sz="1400" b="1" dirty="0">
                <a:ea typeface="+mn-lt"/>
                <a:cs typeface="+mn-lt"/>
              </a:rPr>
              <a:t>":</a:t>
            </a:r>
            <a:r>
              <a:rPr lang="en-US" sz="1400" dirty="0">
                <a:ea typeface="+mn-lt"/>
                <a:cs typeface="+mn-lt"/>
              </a:rPr>
              <a:t> </a:t>
            </a:r>
            <a:r>
              <a:rPr lang="en-US" sz="1400" dirty="0" err="1">
                <a:ea typeface="+mn-lt"/>
                <a:cs typeface="+mn-lt"/>
              </a:rPr>
              <a:t>Voorkom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dat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tijdelijke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bestanden</a:t>
            </a:r>
            <a:r>
              <a:rPr lang="en-US" sz="1400" dirty="0">
                <a:ea typeface="+mn-lt"/>
                <a:cs typeface="+mn-lt"/>
              </a:rPr>
              <a:t> of </a:t>
            </a:r>
            <a:r>
              <a:rPr lang="en-US" sz="1400" dirty="0" err="1">
                <a:ea typeface="+mn-lt"/>
                <a:cs typeface="+mn-lt"/>
              </a:rPr>
              <a:t>lokale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instellingen</a:t>
            </a:r>
            <a:r>
              <a:rPr lang="en-US" sz="1400" dirty="0">
                <a:ea typeface="+mn-lt"/>
                <a:cs typeface="+mn-lt"/>
              </a:rPr>
              <a:t> in de </a:t>
            </a:r>
            <a:r>
              <a:rPr lang="en-US" sz="1400" dirty="0" err="1">
                <a:ea typeface="+mn-lt"/>
                <a:cs typeface="+mn-lt"/>
              </a:rPr>
              <a:t>gedeelde</a:t>
            </a:r>
            <a:r>
              <a:rPr lang="en-US" sz="1400" dirty="0">
                <a:ea typeface="+mn-lt"/>
                <a:cs typeface="+mn-lt"/>
              </a:rPr>
              <a:t> repository </a:t>
            </a:r>
            <a:r>
              <a:rPr lang="en-US" sz="1400" dirty="0" err="1">
                <a:ea typeface="+mn-lt"/>
                <a:cs typeface="+mn-lt"/>
              </a:rPr>
              <a:t>komen</a:t>
            </a:r>
            <a:r>
              <a:rPr lang="en-US" sz="1400" dirty="0">
                <a:ea typeface="+mn-lt"/>
                <a:cs typeface="+mn-lt"/>
              </a:rPr>
              <a:t>.</a:t>
            </a:r>
          </a:p>
          <a:p>
            <a:pPr lvl="1"/>
            <a:r>
              <a:rPr lang="en-US" sz="1400" b="1" dirty="0" err="1">
                <a:ea typeface="+mn-lt"/>
                <a:cs typeface="+mn-lt"/>
              </a:rPr>
              <a:t>Veiligheid</a:t>
            </a:r>
            <a:r>
              <a:rPr lang="en-US" sz="1400" b="1" dirty="0">
                <a:ea typeface="+mn-lt"/>
                <a:cs typeface="+mn-lt"/>
              </a:rPr>
              <a:t>:</a:t>
            </a:r>
            <a:r>
              <a:rPr lang="en-US" sz="1400" dirty="0">
                <a:ea typeface="+mn-lt"/>
                <a:cs typeface="+mn-lt"/>
              </a:rPr>
              <a:t> Zorg </a:t>
            </a:r>
            <a:r>
              <a:rPr lang="en-US" sz="1400" dirty="0" err="1">
                <a:ea typeface="+mn-lt"/>
                <a:cs typeface="+mn-lt"/>
              </a:rPr>
              <a:t>dat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gevoelige</a:t>
            </a:r>
            <a:r>
              <a:rPr lang="en-US" sz="1400" dirty="0">
                <a:ea typeface="+mn-lt"/>
                <a:cs typeface="+mn-lt"/>
              </a:rPr>
              <a:t> data (</a:t>
            </a:r>
            <a:r>
              <a:rPr lang="en-US" sz="1400" dirty="0" err="1">
                <a:ea typeface="+mn-lt"/>
                <a:cs typeface="+mn-lt"/>
              </a:rPr>
              <a:t>zoals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wachtwoorden</a:t>
            </a:r>
            <a:r>
              <a:rPr lang="en-US" sz="1400" dirty="0">
                <a:ea typeface="+mn-lt"/>
                <a:cs typeface="+mn-lt"/>
              </a:rPr>
              <a:t> of API-keys) nooit op GitHub </a:t>
            </a:r>
            <a:r>
              <a:rPr lang="en-US" sz="1400" dirty="0" err="1">
                <a:ea typeface="+mn-lt"/>
                <a:cs typeface="+mn-lt"/>
              </a:rPr>
              <a:t>belanden</a:t>
            </a:r>
            <a:r>
              <a:rPr lang="en-US" sz="1400" dirty="0">
                <a:ea typeface="+mn-lt"/>
                <a:cs typeface="+mn-lt"/>
              </a:rPr>
              <a:t>.</a:t>
            </a:r>
          </a:p>
          <a:p>
            <a:pPr lvl="1"/>
            <a:r>
              <a:rPr lang="en-US" sz="1400" b="1" dirty="0" err="1">
                <a:ea typeface="+mn-lt"/>
                <a:cs typeface="+mn-lt"/>
              </a:rPr>
              <a:t>Snelheid</a:t>
            </a:r>
            <a:r>
              <a:rPr lang="en-US" sz="1400" b="1" dirty="0">
                <a:ea typeface="+mn-lt"/>
                <a:cs typeface="+mn-lt"/>
              </a:rPr>
              <a:t>:</a:t>
            </a:r>
            <a:r>
              <a:rPr lang="en-US" sz="1400" dirty="0">
                <a:ea typeface="+mn-lt"/>
                <a:cs typeface="+mn-lt"/>
              </a:rPr>
              <a:t> Je repo </a:t>
            </a:r>
            <a:r>
              <a:rPr lang="en-US" sz="1400" dirty="0" err="1">
                <a:ea typeface="+mn-lt"/>
                <a:cs typeface="+mn-lt"/>
              </a:rPr>
              <a:t>blijft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klein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overzichtelijk</a:t>
            </a:r>
            <a:r>
              <a:rPr lang="en-US" sz="1400" dirty="0">
                <a:ea typeface="+mn-lt"/>
                <a:cs typeface="+mn-lt"/>
              </a:rPr>
              <a:t>.</a:t>
            </a:r>
          </a:p>
          <a:p>
            <a:r>
              <a:rPr lang="en-US" sz="1400" b="1" dirty="0" err="1">
                <a:ea typeface="+mn-lt"/>
                <a:cs typeface="+mn-lt"/>
              </a:rPr>
              <a:t>Typische</a:t>
            </a: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1400" b="1" dirty="0" err="1">
                <a:ea typeface="+mn-lt"/>
                <a:cs typeface="+mn-lt"/>
              </a:rPr>
              <a:t>voorbeelden</a:t>
            </a:r>
            <a:r>
              <a:rPr lang="en-US" sz="1400" b="1" dirty="0">
                <a:ea typeface="+mn-lt"/>
                <a:cs typeface="+mn-lt"/>
              </a:rPr>
              <a:t>:</a:t>
            </a:r>
            <a:endParaRPr lang="en-US" sz="1400" dirty="0">
              <a:ea typeface="+mn-lt"/>
              <a:cs typeface="+mn-lt"/>
            </a:endParaRPr>
          </a:p>
          <a:p>
            <a:pPr lvl="1"/>
            <a:r>
              <a:rPr lang="en-US" sz="1400" dirty="0">
                <a:latin typeface="Consolas"/>
              </a:rPr>
              <a:t>target/</a:t>
            </a:r>
            <a:r>
              <a:rPr lang="en-US" sz="1400" dirty="0">
                <a:ea typeface="+mn-lt"/>
                <a:cs typeface="+mn-lt"/>
              </a:rPr>
              <a:t> of </a:t>
            </a:r>
            <a:r>
              <a:rPr lang="en-US" sz="1400" dirty="0">
                <a:latin typeface="Consolas"/>
              </a:rPr>
              <a:t>test-output/</a:t>
            </a:r>
            <a:r>
              <a:rPr lang="en-US" sz="1400" dirty="0">
                <a:ea typeface="+mn-lt"/>
                <a:cs typeface="+mn-lt"/>
              </a:rPr>
              <a:t> (</a:t>
            </a:r>
            <a:r>
              <a:rPr lang="en-US" sz="1400" dirty="0" err="1">
                <a:ea typeface="+mn-lt"/>
                <a:cs typeface="+mn-lt"/>
              </a:rPr>
              <a:t>automatisch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gegenereerde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rapporten</a:t>
            </a:r>
            <a:r>
              <a:rPr lang="en-US" sz="1400" dirty="0">
                <a:ea typeface="+mn-lt"/>
                <a:cs typeface="+mn-lt"/>
              </a:rPr>
              <a:t>).</a:t>
            </a:r>
          </a:p>
          <a:p>
            <a:pPr lvl="1"/>
            <a:r>
              <a:rPr lang="en-US" sz="1400" dirty="0" err="1">
                <a:latin typeface="Consolas"/>
              </a:rPr>
              <a:t>node_modules</a:t>
            </a:r>
            <a:r>
              <a:rPr lang="en-US" sz="1400" dirty="0">
                <a:latin typeface="Consolas"/>
              </a:rPr>
              <a:t>/</a:t>
            </a:r>
            <a:r>
              <a:rPr lang="en-US" sz="1400" dirty="0">
                <a:ea typeface="+mn-lt"/>
                <a:cs typeface="+mn-lt"/>
              </a:rPr>
              <a:t> (</a:t>
            </a:r>
            <a:r>
              <a:rPr lang="en-US" sz="1400" dirty="0" err="1">
                <a:ea typeface="+mn-lt"/>
                <a:cs typeface="+mn-lt"/>
              </a:rPr>
              <a:t>alleen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nodig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voor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lokale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installatie</a:t>
            </a:r>
            <a:r>
              <a:rPr lang="en-US" sz="1400" dirty="0">
                <a:ea typeface="+mn-lt"/>
                <a:cs typeface="+mn-lt"/>
              </a:rPr>
              <a:t>).</a:t>
            </a:r>
          </a:p>
          <a:p>
            <a:pPr lvl="1"/>
            <a:r>
              <a:rPr lang="en-US" sz="1400" dirty="0">
                <a:latin typeface="Consolas"/>
              </a:rPr>
              <a:t>.env</a:t>
            </a:r>
            <a:r>
              <a:rPr lang="en-US" sz="1400" dirty="0">
                <a:ea typeface="+mn-lt"/>
                <a:cs typeface="+mn-lt"/>
              </a:rPr>
              <a:t> (</a:t>
            </a:r>
            <a:r>
              <a:rPr lang="en-US" sz="1400" dirty="0" err="1">
                <a:ea typeface="+mn-lt"/>
                <a:cs typeface="+mn-lt"/>
              </a:rPr>
              <a:t>bestanden</a:t>
            </a:r>
            <a:r>
              <a:rPr lang="en-US" sz="1400" dirty="0">
                <a:ea typeface="+mn-lt"/>
                <a:cs typeface="+mn-lt"/>
              </a:rPr>
              <a:t> met </a:t>
            </a:r>
            <a:r>
              <a:rPr lang="en-US" sz="1400" dirty="0" err="1">
                <a:ea typeface="+mn-lt"/>
                <a:cs typeface="+mn-lt"/>
              </a:rPr>
              <a:t>geheime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inloggegevens</a:t>
            </a:r>
            <a:r>
              <a:rPr lang="en-US" sz="1400" dirty="0">
                <a:ea typeface="+mn-lt"/>
                <a:cs typeface="+mn-lt"/>
              </a:rPr>
              <a:t>).</a:t>
            </a:r>
          </a:p>
          <a:p>
            <a:pPr lvl="1"/>
            <a:r>
              <a:rPr lang="en-US" sz="1400" dirty="0">
                <a:latin typeface="Consolas"/>
              </a:rPr>
              <a:t>screenshots/</a:t>
            </a:r>
            <a:r>
              <a:rPr lang="en-US" sz="1400" dirty="0">
                <a:ea typeface="+mn-lt"/>
                <a:cs typeface="+mn-lt"/>
              </a:rPr>
              <a:t> of </a:t>
            </a:r>
            <a:r>
              <a:rPr lang="en-US" sz="1400" dirty="0">
                <a:latin typeface="Consolas"/>
              </a:rPr>
              <a:t>videos/</a:t>
            </a:r>
            <a:r>
              <a:rPr lang="en-US" sz="1400" dirty="0">
                <a:ea typeface="+mn-lt"/>
                <a:cs typeface="+mn-lt"/>
              </a:rPr>
              <a:t> (van </a:t>
            </a:r>
            <a:r>
              <a:rPr lang="en-US" sz="1400" dirty="0" err="1">
                <a:ea typeface="+mn-lt"/>
                <a:cs typeface="+mn-lt"/>
              </a:rPr>
              <a:t>gefaalde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testruns</a:t>
            </a:r>
            <a:r>
              <a:rPr lang="en-US" sz="1400" dirty="0">
                <a:ea typeface="+mn-lt"/>
                <a:cs typeface="+mn-lt"/>
              </a:rPr>
              <a:t>).</a:t>
            </a:r>
          </a:p>
          <a:p>
            <a:r>
              <a:rPr lang="en-US" sz="1400" b="1" dirty="0">
                <a:ea typeface="+mn-lt"/>
                <a:cs typeface="+mn-lt"/>
              </a:rPr>
              <a:t>Hoe </a:t>
            </a:r>
            <a:r>
              <a:rPr lang="en-US" sz="1400" b="1" dirty="0" err="1">
                <a:ea typeface="+mn-lt"/>
                <a:cs typeface="+mn-lt"/>
              </a:rPr>
              <a:t>werkt</a:t>
            </a:r>
            <a:r>
              <a:rPr lang="en-US" sz="1400" b="1" dirty="0">
                <a:ea typeface="+mn-lt"/>
                <a:cs typeface="+mn-lt"/>
              </a:rPr>
              <a:t> het?</a:t>
            </a:r>
            <a:endParaRPr lang="en-US" sz="1400" dirty="0">
              <a:ea typeface="+mn-lt"/>
              <a:cs typeface="+mn-lt"/>
            </a:endParaRPr>
          </a:p>
          <a:p>
            <a:pPr lvl="1"/>
            <a:r>
              <a:rPr lang="en-US" sz="1400" dirty="0">
                <a:ea typeface="+mn-lt"/>
                <a:cs typeface="+mn-lt"/>
              </a:rPr>
              <a:t>Maak </a:t>
            </a:r>
            <a:r>
              <a:rPr lang="en-US" sz="1400" dirty="0" err="1">
                <a:ea typeface="+mn-lt"/>
                <a:cs typeface="+mn-lt"/>
              </a:rPr>
              <a:t>een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bestand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genaamd</a:t>
            </a:r>
            <a:r>
              <a:rPr lang="en-US" sz="1400" dirty="0">
                <a:ea typeface="+mn-lt"/>
                <a:cs typeface="+mn-lt"/>
              </a:rPr>
              <a:t> </a:t>
            </a:r>
            <a:r>
              <a:rPr lang="en-US" sz="1400" dirty="0">
                <a:latin typeface="Consolas"/>
              </a:rPr>
              <a:t>.</a:t>
            </a:r>
            <a:r>
              <a:rPr lang="en-US" sz="1400" dirty="0" err="1">
                <a:latin typeface="Consolas"/>
              </a:rPr>
              <a:t>gitignore</a:t>
            </a:r>
            <a:r>
              <a:rPr lang="en-US" sz="1400" dirty="0">
                <a:ea typeface="+mn-lt"/>
                <a:cs typeface="+mn-lt"/>
              </a:rPr>
              <a:t> in de </a:t>
            </a:r>
            <a:r>
              <a:rPr lang="en-US" sz="1400" dirty="0" err="1">
                <a:ea typeface="+mn-lt"/>
                <a:cs typeface="+mn-lt"/>
              </a:rPr>
              <a:t>hoofdmap</a:t>
            </a:r>
            <a:r>
              <a:rPr lang="en-US" sz="1400" dirty="0">
                <a:ea typeface="+mn-lt"/>
                <a:cs typeface="+mn-lt"/>
              </a:rPr>
              <a:t>.</a:t>
            </a:r>
          </a:p>
          <a:p>
            <a:pPr lvl="1"/>
            <a:r>
              <a:rPr lang="en-US" sz="1400" dirty="0">
                <a:ea typeface="+mn-lt"/>
                <a:cs typeface="+mn-lt"/>
              </a:rPr>
              <a:t>Zet de </a:t>
            </a:r>
            <a:r>
              <a:rPr lang="en-US" sz="1400" dirty="0" err="1">
                <a:ea typeface="+mn-lt"/>
                <a:cs typeface="+mn-lt"/>
              </a:rPr>
              <a:t>namen</a:t>
            </a:r>
            <a:r>
              <a:rPr lang="en-US" sz="1400" dirty="0">
                <a:ea typeface="+mn-lt"/>
                <a:cs typeface="+mn-lt"/>
              </a:rPr>
              <a:t> van </a:t>
            </a:r>
            <a:r>
              <a:rPr lang="en-US" sz="1400" dirty="0" err="1">
                <a:ea typeface="+mn-lt"/>
                <a:cs typeface="+mn-lt"/>
              </a:rPr>
              <a:t>mappen</a:t>
            </a:r>
            <a:r>
              <a:rPr lang="en-US" sz="1400" dirty="0">
                <a:ea typeface="+mn-lt"/>
                <a:cs typeface="+mn-lt"/>
              </a:rPr>
              <a:t> of </a:t>
            </a:r>
            <a:r>
              <a:rPr lang="en-US" sz="1400" dirty="0" err="1">
                <a:ea typeface="+mn-lt"/>
                <a:cs typeface="+mn-lt"/>
              </a:rPr>
              <a:t>bestanden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simpelweg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onder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elkaar</a:t>
            </a:r>
            <a:r>
              <a:rPr lang="en-US" sz="1400" dirty="0">
                <a:ea typeface="+mn-lt"/>
                <a:cs typeface="+mn-lt"/>
              </a:rPr>
              <a:t> in het </a:t>
            </a:r>
            <a:r>
              <a:rPr lang="en-US" sz="1400" dirty="0" err="1">
                <a:ea typeface="+mn-lt"/>
                <a:cs typeface="+mn-lt"/>
              </a:rPr>
              <a:t>bestand</a:t>
            </a:r>
            <a:r>
              <a:rPr lang="en-US" sz="1400" dirty="0">
                <a:ea typeface="+mn-lt"/>
                <a:cs typeface="+mn-lt"/>
              </a:rPr>
              <a:t>.</a:t>
            </a:r>
          </a:p>
          <a:p>
            <a:pPr lvl="1">
              <a:buChar char="•"/>
            </a:pPr>
            <a:r>
              <a:rPr lang="en-US" sz="1400" dirty="0"/>
              <a:t>In fork &gt; </a:t>
            </a:r>
            <a:r>
              <a:rPr lang="en-US" sz="1400" dirty="0" err="1"/>
              <a:t>rechtermuisklik</a:t>
            </a:r>
            <a:r>
              <a:rPr lang="en-US" sz="1400" dirty="0"/>
              <a:t> Ignore op </a:t>
            </a:r>
            <a:r>
              <a:rPr lang="en-US" sz="1400" dirty="0" err="1"/>
              <a:t>een</a:t>
            </a:r>
            <a:r>
              <a:rPr lang="en-US" sz="1400" dirty="0"/>
              <a:t> file.</a:t>
            </a:r>
          </a:p>
          <a:p>
            <a:pPr marL="177800" lvl="1" indent="0">
              <a:buNone/>
            </a:pPr>
            <a:br>
              <a:rPr lang="en-US" dirty="0"/>
            </a:br>
            <a:endParaRPr lang="en-US" sz="1400"/>
          </a:p>
          <a:p>
            <a:endParaRPr lang="en-US" sz="140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DF0C03-C5C7-11BE-C2FC-CFA7B8BB6D3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nl-NL"/>
              <a:t>Cerios template-set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E8370BB-A879-7F11-02C0-F599669A879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E843DB9-9987-4157-AB9C-CEA8D7D910BB}" type="slidenum">
              <a:rPr lang="nl-NL" smtClean="0"/>
              <a:pPr/>
              <a:t>22</a:t>
            </a:fld>
            <a:endParaRPr lang="nl-NL"/>
          </a:p>
        </p:txBody>
      </p:sp>
      <p:pic>
        <p:nvPicPr>
          <p:cNvPr id="7" name="Afbeelding 6" descr="The .gitignore File - Complete Guide with Examples">
            <a:extLst>
              <a:ext uri="{FF2B5EF4-FFF2-40B4-BE49-F238E27FC236}">
                <a16:creationId xmlns:a16="http://schemas.microsoft.com/office/drawing/2014/main" id="{AF0A3C6A-3B63-A8A8-B029-2A4F77CA8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871" y="3540765"/>
            <a:ext cx="3999101" cy="270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8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E5D01-FE4C-6F3F-BE47-093B72230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0E13D1F6-8D31-9988-4ED6-CDF52A59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837" y="720000"/>
            <a:ext cx="5643378" cy="855929"/>
          </a:xfrm>
        </p:spPr>
        <p:txBody>
          <a:bodyPr anchor="t">
            <a:normAutofit/>
          </a:bodyPr>
          <a:lstStyle/>
          <a:p>
            <a:r>
              <a:rPr lang="nl-NL"/>
              <a:t>Wat is Git Fork?</a:t>
            </a:r>
          </a:p>
        </p:txBody>
      </p:sp>
      <p:sp>
        <p:nvSpPr>
          <p:cNvPr id="6" name="Tijdelijke aanduiding voor verticale tekst 5">
            <a:extLst>
              <a:ext uri="{FF2B5EF4-FFF2-40B4-BE49-F238E27FC236}">
                <a16:creationId xmlns:a16="http://schemas.microsoft.com/office/drawing/2014/main" id="{1469F666-E916-8AB2-62E9-B12E5AF17B6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31117" y="2029216"/>
            <a:ext cx="5642308" cy="3803258"/>
          </a:xfrm>
        </p:spPr>
        <p:txBody>
          <a:bodyPr vert="horz" lIns="0" tIns="0" rIns="0" bIns="0" numCol="1" rtlCol="0" anchor="t">
            <a:normAutofit/>
          </a:bodyPr>
          <a:lstStyle/>
          <a:p>
            <a:pPr fontAlgn="base"/>
            <a:r>
              <a:rPr lang="nl-NL"/>
              <a:t>Git Fork is een grafische Git cliënt voor </a:t>
            </a:r>
            <a:r>
              <a:rPr lang="nl-NL" dirty="0"/>
              <a:t>Softwareontwikkelaars</a:t>
            </a:r>
            <a:r>
              <a:rPr lang="en-US" dirty="0"/>
              <a:t>​</a:t>
            </a:r>
          </a:p>
          <a:p>
            <a:pPr fontAlgn="base"/>
            <a:endParaRPr lang="nl-NL" dirty="0"/>
          </a:p>
          <a:p>
            <a:pPr fontAlgn="base"/>
            <a:r>
              <a:rPr lang="nl-NL" dirty="0"/>
              <a:t>Geeft een visuele representatie van je branches en maakt het makkelijk om te zien wat de staat van je </a:t>
            </a:r>
            <a:r>
              <a:rPr lang="nl-NL" err="1"/>
              <a:t>repository</a:t>
            </a:r>
            <a:r>
              <a:rPr lang="nl-NL" dirty="0"/>
              <a:t> is te zien.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endParaRPr lang="nl-NL" dirty="0"/>
          </a:p>
          <a:p>
            <a:pPr fontAlgn="base"/>
            <a:r>
              <a:rPr lang="nl-NL" dirty="0"/>
              <a:t>Maakt wat je doet iets minder abstract</a:t>
            </a:r>
            <a:endParaRPr lang="en-US" dirty="0"/>
          </a:p>
          <a:p>
            <a:endParaRPr lang="nl-NL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BF415EB-8634-20E0-4179-ECF1A7A95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1117" y="368300"/>
            <a:ext cx="5642308" cy="168113"/>
          </a:xfrm>
        </p:spPr>
        <p:txBody>
          <a:bodyPr>
            <a:normAutofit/>
          </a:bodyPr>
          <a:lstStyle/>
          <a:p>
            <a:r>
              <a:rPr lang="nl-NL" sz="1200"/>
              <a:t>GIT </a:t>
            </a:r>
            <a:r>
              <a:rPr lang="nl-NL" sz="1200" err="1"/>
              <a:t>fundamentals</a:t>
            </a:r>
            <a:endParaRPr lang="nl-NL" sz="1200"/>
          </a:p>
        </p:txBody>
      </p:sp>
      <p:pic>
        <p:nvPicPr>
          <p:cNvPr id="7170" name="Picture 2" descr="How can I visualize Git Flow branches? - Super User">
            <a:extLst>
              <a:ext uri="{FF2B5EF4-FFF2-40B4-BE49-F238E27FC236}">
                <a16:creationId xmlns:a16="http://schemas.microsoft.com/office/drawing/2014/main" id="{5068D7B0-A284-9811-B9DD-97719274D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54" b="2"/>
          <a:stretch>
            <a:fillRect/>
          </a:stretch>
        </p:blipFill>
        <p:spPr bwMode="auto">
          <a:xfrm>
            <a:off x="7454115" y="0"/>
            <a:ext cx="4468009" cy="670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8C1FD60A-44C9-84C9-77C6-911FF7009C17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331117" y="6344941"/>
            <a:ext cx="5193163" cy="14475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 err="1"/>
              <a:t>Cerios</a:t>
            </a:r>
            <a:r>
              <a:rPr lang="nl-NL" dirty="0"/>
              <a:t> Academy</a:t>
            </a:r>
            <a:endParaRPr lang="nl-NL"/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838F25BC-1F38-59D0-C985-226FACE7844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223714" y="6343650"/>
            <a:ext cx="270000" cy="14475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9E843DB9-9987-4157-AB9C-CEA8D7D910BB}" type="slidenum">
              <a:rPr lang="nl-NL" smtClean="0"/>
              <a:pPr>
                <a:lnSpc>
                  <a:spcPct val="90000"/>
                </a:lnSpc>
                <a:spcAft>
                  <a:spcPts val="600"/>
                </a:spcAft>
              </a:pPr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398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AD8B7-27A8-5A51-3690-4D7AAF303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 blue and red background with a logo and a fork&#10;&#10;Description automatically generated">
            <a:extLst>
              <a:ext uri="{FF2B5EF4-FFF2-40B4-BE49-F238E27FC236}">
                <a16:creationId xmlns:a16="http://schemas.microsoft.com/office/drawing/2014/main" id="{DD91B11F-636F-1586-2C7A-3A45DEE66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1" b="26003"/>
          <a:stretch/>
        </p:blipFill>
        <p:spPr bwMode="auto">
          <a:xfrm>
            <a:off x="20" y="10"/>
            <a:ext cx="12191980" cy="3753532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DAF2313C-1BF9-69B1-F976-8ED1CBE72F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1117" y="368300"/>
            <a:ext cx="10138235" cy="16811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nl-NL" dirty="0"/>
              <a:t>Git </a:t>
            </a:r>
            <a:r>
              <a:rPr lang="nl-NL" dirty="0" err="1"/>
              <a:t>for</a:t>
            </a:r>
            <a:r>
              <a:rPr lang="nl-NL" dirty="0"/>
              <a:t> testers</a:t>
            </a:r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CBE41CC5-F55F-33B9-2C6A-0981E4F75AA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331117" y="6344941"/>
            <a:ext cx="5193163" cy="144759"/>
          </a:xfrm>
        </p:spPr>
        <p:txBody>
          <a:bodyPr/>
          <a:lstStyle/>
          <a:p>
            <a:r>
              <a:rPr lang="nl-NL" dirty="0" err="1"/>
              <a:t>Cerios</a:t>
            </a:r>
            <a:r>
              <a:rPr lang="nl-NL" dirty="0"/>
              <a:t> Academy</a:t>
            </a:r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AFBEF955-C037-C551-9B8A-BD79471C1F6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223714" y="6343650"/>
            <a:ext cx="270000" cy="144759"/>
          </a:xfrm>
        </p:spPr>
        <p:txBody>
          <a:bodyPr/>
          <a:lstStyle/>
          <a:p>
            <a:fld id="{9E843DB9-9987-4157-AB9C-CEA8D7D910BB}" type="slidenum">
              <a:rPr lang="nl-NL" smtClean="0"/>
              <a:pPr/>
              <a:t>24</a:t>
            </a:fld>
            <a:endParaRPr lang="nl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D3307E4-8C7B-62FC-8BB6-030FC17B5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B79EA1C-4EB7-DCF9-0D60-550A77501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ekstvak 5">
            <a:extLst>
              <a:ext uri="{FF2B5EF4-FFF2-40B4-BE49-F238E27FC236}">
                <a16:creationId xmlns:a16="http://schemas.microsoft.com/office/drawing/2014/main" id="{61A2A1B9-BE2F-8D4F-B17A-5BEDF290CE92}"/>
              </a:ext>
            </a:extLst>
          </p:cNvPr>
          <p:cNvSpPr txBox="1"/>
          <p:nvPr/>
        </p:nvSpPr>
        <p:spPr>
          <a:xfrm>
            <a:off x="481013" y="3752849"/>
            <a:ext cx="3290887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36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Visuele tools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8C055E74-3BCA-458D-C20F-A887AA2A39A6}"/>
              </a:ext>
            </a:extLst>
          </p:cNvPr>
          <p:cNvSpPr txBox="1"/>
          <p:nvPr/>
        </p:nvSpPr>
        <p:spPr>
          <a:xfrm>
            <a:off x="4223982" y="3752850"/>
            <a:ext cx="7485413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- </a:t>
            </a:r>
            <a:r>
              <a:rPr kumimoji="0" lang="en-US" b="0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</a:rPr>
              <a:t>Bieden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b="0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</a:rPr>
              <a:t>een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b="0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</a:rPr>
              <a:t>grafische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interface </a:t>
            </a:r>
            <a:r>
              <a:rPr kumimoji="0" lang="en-US" b="0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</a:rPr>
              <a:t>voor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Git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- </a:t>
            </a:r>
            <a:r>
              <a:rPr kumimoji="0" lang="en-US" b="0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</a:rPr>
              <a:t>Maakt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het </a:t>
            </a:r>
            <a:r>
              <a:rPr kumimoji="0" lang="en-US" b="0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</a:rPr>
              <a:t>gemakkelijker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om branches, commits </a:t>
            </a:r>
            <a:r>
              <a:rPr kumimoji="0" lang="en-US" b="0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</a:rPr>
              <a:t>en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b="0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</a:rPr>
              <a:t>conflicten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b="0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</a:rPr>
              <a:t>te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b="0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</a:rPr>
              <a:t>beheren</a:t>
            </a:r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- </a:t>
            </a:r>
            <a:r>
              <a:rPr kumimoji="0" lang="en-US" b="0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</a:rPr>
              <a:t>Ideaal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b="0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</a:rPr>
              <a:t>voor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testers die de command-line </a:t>
            </a:r>
            <a:r>
              <a:rPr kumimoji="0" lang="en-US" b="0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</a:rPr>
              <a:t>vermijden</a:t>
            </a:r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- Download Fork: </a:t>
            </a:r>
            <a:r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  <a:hlinkClick r:id="rId4"/>
              </a:rPr>
              <a:t>https://git-fork.com</a:t>
            </a:r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/>
              <a:t>- Download </a:t>
            </a:r>
            <a:r>
              <a:rPr lang="en-US" err="1"/>
              <a:t>GitKraken</a:t>
            </a:r>
            <a:r>
              <a:rPr lang="en-US"/>
              <a:t>: </a:t>
            </a:r>
            <a:r>
              <a:rPr lang="en-US">
                <a:hlinkClick r:id="rId5"/>
              </a:rPr>
              <a:t>https://www.gitkraken.com</a:t>
            </a:r>
            <a:br>
              <a:rPr lang="en-US"/>
            </a:br>
            <a:br>
              <a:rPr lang="en-US"/>
            </a:br>
            <a:r>
              <a:rPr lang="en-US" err="1"/>
              <a:t>Vergelijk</a:t>
            </a:r>
            <a:r>
              <a:rPr lang="en-US"/>
              <a:t> Fork vs Kraken: </a:t>
            </a:r>
            <a:r>
              <a:rPr lang="en-US">
                <a:hlinkClick r:id="rId6"/>
              </a:rPr>
              <a:t>https://www.gitkraken.com/compare/gitkraken-vs-fork</a:t>
            </a:r>
            <a:br>
              <a:rPr lang="en-US"/>
            </a:br>
            <a:br>
              <a:rPr lang="en-US"/>
            </a:br>
            <a:r>
              <a:rPr lang="en-US">
                <a:hlinkClick r:id="rId7"/>
              </a:rPr>
              <a:t>https://www.kaels-kabbage.com/posts/gitkraken-vs-fork-facts-vs-feelings/</a:t>
            </a:r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0875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17E510-F851-9518-E315-67AAC13703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Aan de slag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765E914-543D-4F52-791C-2EEC51D875B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9884CB8-7FCB-7F27-89CD-52BDEA5A27A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nl-NL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33053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7BCFF5-EA6E-6DC4-4D2B-93F4322E9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 de slag!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3BBE8E0-4F42-A696-019D-B9AAC19DE77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6" name="Tijdelijke aanduiding voor verticale tekst 15">
            <a:extLst>
              <a:ext uri="{FF2B5EF4-FFF2-40B4-BE49-F238E27FC236}">
                <a16:creationId xmlns:a16="http://schemas.microsoft.com/office/drawing/2014/main" id="{E96B16FD-788B-57A0-0AF2-09FB6AC5F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nl-NL"/>
              <a:t>- Installeer Git: https://git-scm.com</a:t>
            </a:r>
          </a:p>
          <a:p>
            <a:pPr marL="0" indent="0">
              <a:buNone/>
            </a:pPr>
            <a:r>
              <a:rPr lang="nl-NL"/>
              <a:t>- Probeer de basiscommando's uit</a:t>
            </a:r>
            <a:endParaRPr lang="nl-NL" dirty="0"/>
          </a:p>
          <a:p>
            <a:pPr marL="0" indent="0">
              <a:buNone/>
            </a:pPr>
            <a:r>
              <a:rPr lang="nl-NL"/>
              <a:t>- Experimenteer met een </a:t>
            </a:r>
            <a:r>
              <a:rPr lang="nl-NL" err="1"/>
              <a:t>oefenrepository</a:t>
            </a:r>
            <a:br>
              <a:rPr lang="nl-NL" dirty="0"/>
            </a:br>
            <a:r>
              <a:rPr lang="nl-NL"/>
              <a:t>https://github.com/De-Agile-Testers/Git-learning-workshop</a:t>
            </a:r>
            <a:endParaRPr lang="nl-NL" dirty="0"/>
          </a:p>
          <a:p>
            <a:pPr marL="0" indent="0">
              <a:buNone/>
            </a:pPr>
            <a:r>
              <a:rPr lang="nl-NL"/>
              <a:t>- Gebruik </a:t>
            </a:r>
            <a:r>
              <a:rPr lang="nl-NL" err="1"/>
              <a:t>Fork</a:t>
            </a:r>
            <a:r>
              <a:rPr lang="nl-NL"/>
              <a:t> of een andere tool voor een visuele aanpak</a:t>
            </a:r>
            <a:endParaRPr lang="nl-NL" dirty="0"/>
          </a:p>
          <a:p>
            <a:pPr marL="0" indent="0">
              <a:buNone/>
            </a:pPr>
            <a:r>
              <a:rPr lang="nl-NL"/>
              <a:t>- Stel vragen en leer door te doen!</a:t>
            </a:r>
          </a:p>
        </p:txBody>
      </p:sp>
    </p:spTree>
    <p:extLst>
      <p:ext uri="{BB962C8B-B14F-4D97-AF65-F5344CB8AC3E}">
        <p14:creationId xmlns:p14="http://schemas.microsoft.com/office/powerpoint/2010/main" val="349124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ijdelijke aanduiding voor afbeelding 188">
            <a:extLst>
              <a:ext uri="{FF2B5EF4-FFF2-40B4-BE49-F238E27FC236}">
                <a16:creationId xmlns:a16="http://schemas.microsoft.com/office/drawing/2014/main" id="{AD3ECBB3-EB1A-01DB-C90B-85ECFA60145B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6107723" y="0"/>
            <a:ext cx="5368836" cy="5856288"/>
          </a:xfrm>
        </p:spPr>
        <p:txBody>
          <a:bodyPr/>
          <a:lstStyle/>
          <a:p>
            <a:endParaRPr lang="nl-NL"/>
          </a:p>
        </p:txBody>
      </p:sp>
      <p:sp>
        <p:nvSpPr>
          <p:cNvPr id="168" name="Tijdelijke aanduiding voor tekst 167">
            <a:extLst>
              <a:ext uri="{FF2B5EF4-FFF2-40B4-BE49-F238E27FC236}">
                <a16:creationId xmlns:a16="http://schemas.microsoft.com/office/drawing/2014/main" id="{0159AC99-FCA0-B9F8-0B92-E78E48C57AE5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8549768" y="4642693"/>
            <a:ext cx="2499870" cy="795566"/>
          </a:xfrm>
        </p:spPr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E91BB7C-9F3B-0347-0BE7-75BABB3A0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9" y="1060665"/>
            <a:ext cx="4878098" cy="1286439"/>
          </a:xfrm>
        </p:spPr>
        <p:txBody>
          <a:bodyPr/>
          <a:lstStyle/>
          <a:p>
            <a:r>
              <a:rPr lang="nl-NL" dirty="0"/>
              <a:t>Dank voor jullie aandacht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D85C210-EE5C-BCB4-6D00-126E9977F6A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 flipH="1">
            <a:off x="719138" y="3429000"/>
            <a:ext cx="5980814" cy="2916238"/>
          </a:xfrm>
        </p:spPr>
        <p:txBody>
          <a:bodyPr/>
          <a:lstStyle/>
          <a:p>
            <a:r>
              <a:rPr lang="nl-NL"/>
              <a:t> </a:t>
            </a:r>
            <a:endParaRPr lang="nl-NL" dirty="0"/>
          </a:p>
        </p:txBody>
      </p:sp>
      <p:sp>
        <p:nvSpPr>
          <p:cNvPr id="190" name="Tijdelijke aanduiding voor tekst 189">
            <a:extLst>
              <a:ext uri="{FF2B5EF4-FFF2-40B4-BE49-F238E27FC236}">
                <a16:creationId xmlns:a16="http://schemas.microsoft.com/office/drawing/2014/main" id="{E35725D8-D3A8-BE2F-2DAD-4BBC51A0A6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FBD266C-0AFE-9B86-F62D-AFB25FD43AA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758037" y="3804534"/>
            <a:ext cx="4349686" cy="345192"/>
          </a:xfrm>
        </p:spPr>
        <p:txBody>
          <a:bodyPr/>
          <a:lstStyle/>
          <a:p>
            <a:r>
              <a:rPr lang="nl-NL" dirty="0"/>
              <a:t>www.linkedin.com/company/cerios/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8C0C167-0DC2-4E20-C0BF-2592B436AF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758037" y="4411075"/>
            <a:ext cx="4349686" cy="345192"/>
          </a:xfrm>
        </p:spPr>
        <p:txBody>
          <a:bodyPr/>
          <a:lstStyle/>
          <a:p>
            <a:r>
              <a:rPr lang="nl-NL" dirty="0"/>
              <a:t>Academy@cerios.nl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9BC595BE-CDB2-ED5B-4007-A9948B44AA2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758037" y="5017616"/>
            <a:ext cx="4349686" cy="345192"/>
          </a:xfrm>
        </p:spPr>
        <p:txBody>
          <a:bodyPr/>
          <a:lstStyle/>
          <a:p>
            <a:r>
              <a:rPr lang="nl-NL" dirty="0"/>
              <a:t>Helvoirt, Utrecht, Rotterdam, Hoogeveen</a:t>
            </a:r>
          </a:p>
        </p:txBody>
      </p:sp>
      <p:sp>
        <p:nvSpPr>
          <p:cNvPr id="118" name="Tijdelijke aanduiding voor tekst 117">
            <a:extLst>
              <a:ext uri="{FF2B5EF4-FFF2-40B4-BE49-F238E27FC236}">
                <a16:creationId xmlns:a16="http://schemas.microsoft.com/office/drawing/2014/main" id="{9A9EB2A1-E066-7D61-F473-19DD0B0C0F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71314" y="3863949"/>
            <a:ext cx="234716" cy="216836"/>
          </a:xfrm>
        </p:spPr>
        <p:txBody>
          <a:bodyPr/>
          <a:lstStyle/>
          <a:p>
            <a:r>
              <a:rPr lang="nl-NL" dirty="0"/>
              <a:t>`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717FF4C7-E3F5-C301-667D-1670447F3BA0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1758037" y="5624158"/>
            <a:ext cx="4349686" cy="345192"/>
          </a:xfrm>
        </p:spPr>
        <p:txBody>
          <a:bodyPr/>
          <a:lstStyle/>
          <a:p>
            <a:r>
              <a:rPr lang="nl-NL" dirty="0"/>
              <a:t>www.cerios.nl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90DEE5E8-B9B3-800A-F017-AE9A8D8D9B1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113695" y="4414695"/>
            <a:ext cx="345192" cy="345192"/>
          </a:xfrm>
        </p:spPr>
        <p:txBody>
          <a:bodyPr/>
          <a:lstStyle/>
          <a:p>
            <a:r>
              <a:rPr lang="nl-NL"/>
              <a:t> </a:t>
            </a:r>
            <a:endParaRPr lang="nl-NL" dirty="0"/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CE6E004-3F57-9B58-4925-1D90C6817E83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113695" y="5013748"/>
            <a:ext cx="345192" cy="345192"/>
          </a:xfrm>
        </p:spPr>
        <p:txBody>
          <a:bodyPr/>
          <a:lstStyle/>
          <a:p>
            <a:r>
              <a:rPr lang="nl-NL"/>
              <a:t> </a:t>
            </a:r>
            <a:endParaRPr lang="nl-NL" dirty="0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44BF1A23-EA30-79F0-B74F-A35FBBEC66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83931" y="5094552"/>
            <a:ext cx="204720" cy="189124"/>
          </a:xfrm>
        </p:spPr>
        <p:txBody>
          <a:bodyPr/>
          <a:lstStyle/>
          <a:p>
            <a:r>
              <a:rPr lang="nl-NL"/>
              <a:t> </a:t>
            </a:r>
            <a:endParaRPr lang="nl-NL" dirty="0"/>
          </a:p>
        </p:txBody>
      </p:sp>
      <p:sp>
        <p:nvSpPr>
          <p:cNvPr id="191" name="Tijdelijke aanduiding voor tekst 190">
            <a:extLst>
              <a:ext uri="{FF2B5EF4-FFF2-40B4-BE49-F238E27FC236}">
                <a16:creationId xmlns:a16="http://schemas.microsoft.com/office/drawing/2014/main" id="{C3DEE8EC-F1D0-098A-B6F1-FF771295AB5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4D8F47C1-08EA-187C-54F6-F46FC80E14A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4956" y="4502915"/>
            <a:ext cx="182671" cy="168753"/>
          </a:xfrm>
        </p:spPr>
        <p:txBody>
          <a:bodyPr/>
          <a:lstStyle/>
          <a:p>
            <a:r>
              <a:rPr lang="nl-NL"/>
              <a:t> </a:t>
            </a:r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A5EAB842-C509-1D7C-E037-54502F0428E6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1188934" y="5702192"/>
            <a:ext cx="204720" cy="189124"/>
          </a:xfrm>
        </p:spPr>
        <p:txBody>
          <a:bodyPr/>
          <a:lstStyle/>
          <a:p>
            <a:r>
              <a:rPr lang="nl-NL"/>
              <a:t> </a:t>
            </a:r>
            <a:endParaRPr lang="nl-NL" dirty="0"/>
          </a:p>
        </p:txBody>
      </p:sp>
      <p:pic>
        <p:nvPicPr>
          <p:cNvPr id="22" name="Tijdelijke aanduiding voor afbeelding 21" descr="Afbeelding met kleding, person, persoon, meubels&#10;&#10;Door AI gegenereerde inhoud is mogelijk onjuist.">
            <a:extLst>
              <a:ext uri="{FF2B5EF4-FFF2-40B4-BE49-F238E27FC236}">
                <a16:creationId xmlns:a16="http://schemas.microsoft.com/office/drawing/2014/main" id="{3781AA58-5765-A8EE-8B0D-21FBD280B87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9" t="-1244" r="27421" b="1244"/>
          <a:stretch/>
        </p:blipFill>
        <p:spPr>
          <a:xfrm>
            <a:off x="6115750" y="-383712"/>
            <a:ext cx="5380558" cy="6275028"/>
          </a:xfrm>
        </p:spPr>
      </p:pic>
    </p:spTree>
    <p:extLst>
      <p:ext uri="{BB962C8B-B14F-4D97-AF65-F5344CB8AC3E}">
        <p14:creationId xmlns:p14="http://schemas.microsoft.com/office/powerpoint/2010/main" val="311130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00D772E7-BCC5-FFA9-52A5-059D0F276CAF}"/>
              </a:ext>
            </a:extLst>
          </p:cNvPr>
          <p:cNvSpPr txBox="1"/>
          <p:nvPr/>
        </p:nvSpPr>
        <p:spPr>
          <a:xfrm>
            <a:off x="3941805" y="370702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nl-NL" sz="1600" err="1"/>
          </a:p>
        </p:txBody>
      </p:sp>
    </p:spTree>
    <p:extLst>
      <p:ext uri="{BB962C8B-B14F-4D97-AF65-F5344CB8AC3E}">
        <p14:creationId xmlns:p14="http://schemas.microsoft.com/office/powerpoint/2010/main" val="130404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erios template-set">
  <a:themeElements>
    <a:clrScheme name="Aangepast 1">
      <a:dk1>
        <a:srgbClr val="000000"/>
      </a:dk1>
      <a:lt1>
        <a:srgbClr val="FFFFFF"/>
      </a:lt1>
      <a:dk2>
        <a:srgbClr val="4D4D4D"/>
      </a:dk2>
      <a:lt2>
        <a:srgbClr val="F4F5F7"/>
      </a:lt2>
      <a:accent1>
        <a:srgbClr val="212B46"/>
      </a:accent1>
      <a:accent2>
        <a:srgbClr val="FAFAFA"/>
      </a:accent2>
      <a:accent3>
        <a:srgbClr val="66E09F"/>
      </a:accent3>
      <a:accent4>
        <a:srgbClr val="20100B"/>
      </a:accent4>
      <a:accent5>
        <a:srgbClr val="D5D5D4"/>
      </a:accent5>
      <a:accent6>
        <a:srgbClr val="FF8D4B"/>
      </a:accent6>
      <a:hlink>
        <a:srgbClr val="191C16"/>
      </a:hlink>
      <a:folHlink>
        <a:srgbClr val="66E09F"/>
      </a:folHlink>
    </a:clrScheme>
    <a:fontScheme name="Aangepast 9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 Solution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53e2d3-72a9-4f61-874f-dee602f8264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CA0D1D8905954B8CB0B9F5285188FD" ma:contentTypeVersion="14" ma:contentTypeDescription="Create a new document." ma:contentTypeScope="" ma:versionID="1926b333dfbc3917997435936103f9d8">
  <xsd:schema xmlns:xsd="http://www.w3.org/2001/XMLSchema" xmlns:xs="http://www.w3.org/2001/XMLSchema" xmlns:p="http://schemas.microsoft.com/office/2006/metadata/properties" xmlns:ns2="a953e2d3-72a9-4f61-874f-dee602f8264e" targetNamespace="http://schemas.microsoft.com/office/2006/metadata/properties" ma:root="true" ma:fieldsID="a48900767322ae099cf2f05e18901221" ns2:_="">
    <xsd:import namespace="a953e2d3-72a9-4f61-874f-dee602f826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53e2d3-72a9-4f61-874f-dee602f826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2416794-e301-4aed-b6ae-2bd73039dae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e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D76DD8-8257-4047-9BD3-B508790C83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F5E31D-C51C-40B6-B5B5-10A7A7065F21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www.w3.org/XML/1998/namespace"/>
    <ds:schemaRef ds:uri="http://purl.org/dc/elements/1.1/"/>
    <ds:schemaRef ds:uri="a953e2d3-72a9-4f61-874f-dee602f8264e"/>
    <ds:schemaRef ds:uri="http://schemas.openxmlformats.org/package/2006/metadata/core-properties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6AF5A72-7F30-4132-B365-7A23FD2119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53e2d3-72a9-4f61-874f-dee602f826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1012</Words>
  <Application>Microsoft Office PowerPoint</Application>
  <PresentationFormat>Breedbeeld</PresentationFormat>
  <Paragraphs>227</Paragraphs>
  <Slides>28</Slides>
  <Notes>17</Notes>
  <HiddenSlides>2</HiddenSlides>
  <MMClips>1</MMClips>
  <ScaleCrop>false</ScaleCrop>
  <HeadingPairs>
    <vt:vector size="4" baseType="variant">
      <vt:variant>
        <vt:lpstr>Thema</vt:lpstr>
      </vt:variant>
      <vt:variant>
        <vt:i4>2</vt:i4>
      </vt:variant>
      <vt:variant>
        <vt:lpstr>Diatitels</vt:lpstr>
      </vt:variant>
      <vt:variant>
        <vt:i4>28</vt:i4>
      </vt:variant>
    </vt:vector>
  </HeadingPairs>
  <TitlesOfParts>
    <vt:vector size="30" baseType="lpstr">
      <vt:lpstr>Cerios template-set</vt:lpstr>
      <vt:lpstr>PPT Solutions</vt:lpstr>
      <vt:lpstr>PowerPoint-presentatie</vt:lpstr>
      <vt:lpstr>PowerPoint-presentatie</vt:lpstr>
      <vt:lpstr>PowerPoint-presentatie</vt:lpstr>
      <vt:lpstr>Git voor testers </vt:lpstr>
      <vt:lpstr>Wat gaan we vandaag doen?</vt:lpstr>
      <vt:lpstr>Agenda </vt:lpstr>
      <vt:lpstr>Introductie Version Control</vt:lpstr>
      <vt:lpstr>Wat is version control?</vt:lpstr>
      <vt:lpstr>Waarom Git leren als tester?</vt:lpstr>
      <vt:lpstr>PowerPoint-presentatie</vt:lpstr>
      <vt:lpstr>Commando’s</vt:lpstr>
      <vt:lpstr>De belangrijkste commando’s op een rij</vt:lpstr>
      <vt:lpstr>Do's and dont’s bij commit</vt:lpstr>
      <vt:lpstr>Hoe werkt deze flow?</vt:lpstr>
      <vt:lpstr>Teamwork in Git</vt:lpstr>
      <vt:lpstr>Git Branching</vt:lpstr>
      <vt:lpstr>Feature branches</vt:lpstr>
      <vt:lpstr>Merge/Pull Request aanmaken​  </vt:lpstr>
      <vt:lpstr>Merge Conflicts</vt:lpstr>
      <vt:lpstr>Als alles misgaat</vt:lpstr>
      <vt:lpstr>Wat niet te doen</vt:lpstr>
      <vt:lpstr>GIT IGNORE</vt:lpstr>
      <vt:lpstr>Wat is Git Fork?</vt:lpstr>
      <vt:lpstr>PowerPoint-presentatie</vt:lpstr>
      <vt:lpstr>Aan de slag</vt:lpstr>
      <vt:lpstr>Aan de slag!  </vt:lpstr>
      <vt:lpstr>Dank voor jullie aandacht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van de presentatie</dc:title>
  <dc:creator>Martyna Dziarnowska</dc:creator>
  <cp:keywords>www.pptsolutions.nl</cp:keywords>
  <cp:lastModifiedBy>Daniel Lankheet</cp:lastModifiedBy>
  <cp:revision>323</cp:revision>
  <dcterms:created xsi:type="dcterms:W3CDTF">2018-03-15T13:05:51Z</dcterms:created>
  <dcterms:modified xsi:type="dcterms:W3CDTF">2026-03-04T17:15:23Z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0x01010008CA0D1D8905954B8CB0B9F5285188FD</vt:lpwstr>
  </property>
  <property fmtid="{D5CDD505-2E9C-101B-9397-08002B2CF9AE}" pid="3" name="MediaServiceImageTags">
    <vt:lpwstr/>
  </property>
  <property fmtid="{D5CDD505-2E9C-101B-9397-08002B2CF9AE}" pid="4" name="NXPowerLiteLastOptimized">
    <vt:lpwstr>24478156</vt:lpwstr>
  </property>
  <property fmtid="{D5CDD505-2E9C-101B-9397-08002B2CF9AE}" pid="5" name="NXPowerLiteSettings">
    <vt:lpwstr>C980073804F000</vt:lpwstr>
  </property>
  <property fmtid="{D5CDD505-2E9C-101B-9397-08002B2CF9AE}" pid="6" name="NXPowerLiteVersion">
    <vt:lpwstr>D8.0.11</vt:lpwstr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  <property fmtid="{D5CDD505-2E9C-101B-9397-08002B2CF9AE}" pid="14" name="xd_Signature">
    <vt:bool>false</vt:bool>
  </property>
  <property fmtid="{D5CDD505-2E9C-101B-9397-08002B2CF9AE}" pid="15" name="GUID">
    <vt:lpwstr>9d009b68-81d6-44b7-bdcc-481f9e3afd65</vt:lpwstr>
  </property>
</Properties>
</file>